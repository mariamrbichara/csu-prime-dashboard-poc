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  <p:sldMasterId id="2147483696" r:id="rId3"/>
  </p:sldMasterIdLst>
  <p:sldIdLst>
    <p:sldId id="2147482024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CHARA Mariam OBS/OCD" userId="52450105-6393-4ad4-bbd2-16ab193aa2f2" providerId="ADAL" clId="{3EFFC7B2-4C7A-41C7-9679-EF895EC18085}"/>
    <pc:docChg chg="delSld delMainMaster">
      <pc:chgData name="BICHARA Mariam OBS/OCD" userId="52450105-6393-4ad4-bbd2-16ab193aa2f2" providerId="ADAL" clId="{3EFFC7B2-4C7A-41C7-9679-EF895EC18085}" dt="2026-10-03T12:48:51.152" v="1" actId="47"/>
      <pc:docMkLst>
        <pc:docMk/>
      </pc:docMkLst>
      <pc:sldChg chg="del">
        <pc:chgData name="BICHARA Mariam OBS/OCD" userId="52450105-6393-4ad4-bbd2-16ab193aa2f2" providerId="ADAL" clId="{3EFFC7B2-4C7A-41C7-9679-EF895EC18085}" dt="2026-10-03T12:48:49.085" v="0" actId="47"/>
        <pc:sldMkLst>
          <pc:docMk/>
          <pc:sldMk cId="2531780131" sldId="2147482007"/>
        </pc:sldMkLst>
      </pc:sldChg>
      <pc:sldChg chg="del">
        <pc:chgData name="BICHARA Mariam OBS/OCD" userId="52450105-6393-4ad4-bbd2-16ab193aa2f2" providerId="ADAL" clId="{3EFFC7B2-4C7A-41C7-9679-EF895EC18085}" dt="2026-10-03T12:48:51.152" v="1" actId="47"/>
        <pc:sldMkLst>
          <pc:docMk/>
          <pc:sldMk cId="3075675180" sldId="2147482015"/>
        </pc:sldMkLst>
      </pc:sldChg>
      <pc:sldChg chg="del">
        <pc:chgData name="BICHARA Mariam OBS/OCD" userId="52450105-6393-4ad4-bbd2-16ab193aa2f2" providerId="ADAL" clId="{3EFFC7B2-4C7A-41C7-9679-EF895EC18085}" dt="2026-10-03T12:48:49.085" v="0" actId="47"/>
        <pc:sldMkLst>
          <pc:docMk/>
          <pc:sldMk cId="2663082138" sldId="2147482018"/>
        </pc:sldMkLst>
      </pc:sldChg>
      <pc:sldChg chg="del">
        <pc:chgData name="BICHARA Mariam OBS/OCD" userId="52450105-6393-4ad4-bbd2-16ab193aa2f2" providerId="ADAL" clId="{3EFFC7B2-4C7A-41C7-9679-EF895EC18085}" dt="2026-10-03T12:48:49.085" v="0" actId="47"/>
        <pc:sldMkLst>
          <pc:docMk/>
          <pc:sldMk cId="2943803246" sldId="2147482019"/>
        </pc:sldMkLst>
      </pc:sldChg>
      <pc:sldChg chg="del">
        <pc:chgData name="BICHARA Mariam OBS/OCD" userId="52450105-6393-4ad4-bbd2-16ab193aa2f2" providerId="ADAL" clId="{3EFFC7B2-4C7A-41C7-9679-EF895EC18085}" dt="2026-10-03T12:48:49.085" v="0" actId="47"/>
        <pc:sldMkLst>
          <pc:docMk/>
          <pc:sldMk cId="358272147" sldId="2147482020"/>
        </pc:sldMkLst>
      </pc:sldChg>
      <pc:sldChg chg="del">
        <pc:chgData name="BICHARA Mariam OBS/OCD" userId="52450105-6393-4ad4-bbd2-16ab193aa2f2" providerId="ADAL" clId="{3EFFC7B2-4C7A-41C7-9679-EF895EC18085}" dt="2026-10-03T12:48:49.085" v="0" actId="47"/>
        <pc:sldMkLst>
          <pc:docMk/>
          <pc:sldMk cId="2190307590" sldId="2147482023"/>
        </pc:sldMkLst>
      </pc:sldChg>
      <pc:sldMasterChg chg="delSldLayout">
        <pc:chgData name="BICHARA Mariam OBS/OCD" userId="52450105-6393-4ad4-bbd2-16ab193aa2f2" providerId="ADAL" clId="{3EFFC7B2-4C7A-41C7-9679-EF895EC18085}" dt="2026-10-03T12:48:49.085" v="0" actId="47"/>
        <pc:sldMasterMkLst>
          <pc:docMk/>
          <pc:sldMasterMk cId="4240172857" sldId="2147483660"/>
        </pc:sldMasterMkLst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240172857" sldId="2147483660"/>
            <pc:sldLayoutMk cId="3935084839" sldId="2147483671"/>
          </pc:sldLayoutMkLst>
        </pc:sldLayoutChg>
      </pc:sldMasterChg>
      <pc:sldMasterChg chg="del delSldLayout">
        <pc:chgData name="BICHARA Mariam OBS/OCD" userId="52450105-6393-4ad4-bbd2-16ab193aa2f2" providerId="ADAL" clId="{3EFFC7B2-4C7A-41C7-9679-EF895EC18085}" dt="2026-10-03T12:48:49.085" v="0" actId="47"/>
        <pc:sldMasterMkLst>
          <pc:docMk/>
          <pc:sldMasterMk cId="4035702598" sldId="2147483672"/>
        </pc:sldMasterMkLst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3446143182" sldId="2147483673"/>
          </pc:sldLayoutMkLst>
        </pc:sldLayoutChg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3083647766" sldId="2147483674"/>
          </pc:sldLayoutMkLst>
        </pc:sldLayoutChg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3141816098" sldId="2147483675"/>
          </pc:sldLayoutMkLst>
        </pc:sldLayoutChg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1637669645" sldId="2147483676"/>
          </pc:sldLayoutMkLst>
        </pc:sldLayoutChg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2583149521" sldId="2147483677"/>
          </pc:sldLayoutMkLst>
        </pc:sldLayoutChg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1912768458" sldId="2147483678"/>
          </pc:sldLayoutMkLst>
        </pc:sldLayoutChg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958130406" sldId="2147483679"/>
          </pc:sldLayoutMkLst>
        </pc:sldLayoutChg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252058636" sldId="2147483680"/>
          </pc:sldLayoutMkLst>
        </pc:sldLayoutChg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3372360458" sldId="2147483681"/>
          </pc:sldLayoutMkLst>
        </pc:sldLayoutChg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1754717802" sldId="2147483682"/>
          </pc:sldLayoutMkLst>
        </pc:sldLayoutChg>
        <pc:sldLayoutChg chg="del">
          <pc:chgData name="BICHARA Mariam OBS/OCD" userId="52450105-6393-4ad4-bbd2-16ab193aa2f2" providerId="ADAL" clId="{3EFFC7B2-4C7A-41C7-9679-EF895EC18085}" dt="2026-10-03T12:48:49.085" v="0" actId="47"/>
          <pc:sldLayoutMkLst>
            <pc:docMk/>
            <pc:sldMasterMk cId="4035702598" sldId="2147483672"/>
            <pc:sldLayoutMk cId="1180591006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1" y="1574801"/>
            <a:ext cx="11353800" cy="4493683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826060" y="6332195"/>
            <a:ext cx="1195840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1067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159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8047" y="356825"/>
            <a:ext cx="6439052" cy="3072175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733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734301" y="355602"/>
            <a:ext cx="4038600" cy="4538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1" y="3605525"/>
            <a:ext cx="6436729" cy="1288208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241294" indent="-241294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386" indent="-254394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980" indent="-230394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5573" indent="-254394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418048" y="5645152"/>
            <a:ext cx="817033" cy="817033"/>
            <a:chOff x="313535" y="4233863"/>
            <a:chExt cx="612775" cy="612775"/>
          </a:xfrm>
        </p:grpSpPr>
        <p:sp>
          <p:nvSpPr>
            <p:cNvPr id="50" name="Rectangle 5"/>
            <p:cNvSpPr>
              <a:spLocks noChangeArrowheads="1"/>
            </p:cNvSpPr>
            <p:nvPr userDrawn="1"/>
          </p:nvSpPr>
          <p:spPr bwMode="auto">
            <a:xfrm>
              <a:off x="313535" y="4233863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51" name="Freeform 6"/>
            <p:cNvSpPr>
              <a:spLocks noEditPoints="1"/>
            </p:cNvSpPr>
            <p:nvPr userDrawn="1"/>
          </p:nvSpPr>
          <p:spPr bwMode="auto">
            <a:xfrm>
              <a:off x="500860" y="4708526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52" name="Freeform 7"/>
            <p:cNvSpPr>
              <a:spLocks/>
            </p:cNvSpPr>
            <p:nvPr userDrawn="1"/>
          </p:nvSpPr>
          <p:spPr bwMode="auto">
            <a:xfrm>
              <a:off x="592935" y="4708526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53" name="Freeform 8"/>
            <p:cNvSpPr>
              <a:spLocks noEditPoints="1"/>
            </p:cNvSpPr>
            <p:nvPr userDrawn="1"/>
          </p:nvSpPr>
          <p:spPr bwMode="auto">
            <a:xfrm>
              <a:off x="778673" y="4708526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54" name="Freeform 9"/>
            <p:cNvSpPr>
              <a:spLocks noEditPoints="1"/>
            </p:cNvSpPr>
            <p:nvPr userDrawn="1"/>
          </p:nvSpPr>
          <p:spPr bwMode="auto">
            <a:xfrm>
              <a:off x="346873" y="4708526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55" name="Freeform 10"/>
            <p:cNvSpPr>
              <a:spLocks/>
            </p:cNvSpPr>
            <p:nvPr userDrawn="1"/>
          </p:nvSpPr>
          <p:spPr bwMode="auto">
            <a:xfrm>
              <a:off x="446885" y="4708526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56" name="Freeform 11"/>
            <p:cNvSpPr>
              <a:spLocks noEditPoints="1"/>
            </p:cNvSpPr>
            <p:nvPr userDrawn="1"/>
          </p:nvSpPr>
          <p:spPr bwMode="auto">
            <a:xfrm>
              <a:off x="685010" y="4708526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57" name="Freeform 12"/>
            <p:cNvSpPr>
              <a:spLocks noEditPoints="1"/>
            </p:cNvSpPr>
            <p:nvPr userDrawn="1"/>
          </p:nvSpPr>
          <p:spPr bwMode="auto">
            <a:xfrm>
              <a:off x="843760" y="4678363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2931641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1" y="356660"/>
            <a:ext cx="11353799" cy="5711825"/>
          </a:xfrm>
        </p:spPr>
        <p:txBody>
          <a:bodyPr/>
          <a:lstStyle>
            <a:lvl1pPr>
              <a:spcBef>
                <a:spcPts val="0"/>
              </a:spcBef>
              <a:defRPr sz="4000"/>
            </a:lvl1pPr>
            <a:lvl2pPr marL="482588" indent="-482588">
              <a:spcBef>
                <a:spcPts val="0"/>
              </a:spcBef>
              <a:buClrTx/>
              <a:buSzPct val="100000"/>
              <a:buFont typeface="+mj-lt"/>
              <a:buAutoNum type="arabicPeriod"/>
              <a:defRPr sz="4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826060" y="6332195"/>
            <a:ext cx="1195840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1067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87006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18359" y="357718"/>
            <a:ext cx="8129119" cy="5710767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7333" baseline="0"/>
            </a:lvl1pPr>
            <a:lvl2pPr>
              <a:lnSpc>
                <a:spcPct val="85000"/>
              </a:lnSpc>
              <a:spcBef>
                <a:spcPts val="0"/>
              </a:spcBef>
              <a:defRPr sz="7333"/>
            </a:lvl2pPr>
            <a:lvl3pPr>
              <a:defRPr sz="7333"/>
            </a:lvl3pPr>
            <a:lvl4pPr>
              <a:defRPr sz="7333"/>
            </a:lvl4pPr>
            <a:lvl5pPr>
              <a:defRPr sz="7333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826060" y="6332195"/>
            <a:ext cx="1195840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1067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5095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7601" y="1574800"/>
            <a:ext cx="5290740" cy="4493683"/>
          </a:xfrm>
        </p:spPr>
        <p:txBody>
          <a:bodyPr>
            <a:normAutofit/>
          </a:bodyPr>
          <a:lstStyle>
            <a:lvl1pPr>
              <a:defRPr sz="1867" baseline="0"/>
            </a:lvl1pPr>
            <a:lvl2pPr>
              <a:defRPr sz="1867" baseline="0">
                <a:solidFill>
                  <a:schemeClr val="tx1"/>
                </a:solidFill>
              </a:defRPr>
            </a:lvl2pPr>
            <a:lvl3pPr>
              <a:defRPr sz="1867" baseline="0">
                <a:solidFill>
                  <a:schemeClr val="tx1"/>
                </a:solidFill>
              </a:defRPr>
            </a:lvl3pPr>
            <a:lvl4pPr>
              <a:defRPr sz="1867" baseline="0">
                <a:solidFill>
                  <a:schemeClr val="tx1"/>
                </a:solidFill>
              </a:defRPr>
            </a:lvl4pPr>
            <a:lvl5pPr>
              <a:defRPr sz="1867" baseline="0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86393" y="1574800"/>
            <a:ext cx="5286507" cy="4493683"/>
          </a:xfrm>
        </p:spPr>
        <p:txBody>
          <a:bodyPr>
            <a:normAutofit/>
          </a:bodyPr>
          <a:lstStyle>
            <a:lvl1pPr>
              <a:defRPr sz="1867"/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17599" y="357717"/>
            <a:ext cx="11355300" cy="98848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826060" y="6332195"/>
            <a:ext cx="1195840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1067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13390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826060" y="6332195"/>
            <a:ext cx="1195840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1067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2527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752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26060" y="6332195"/>
            <a:ext cx="1195840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1067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23845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826060" y="6332195"/>
            <a:ext cx="981038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1067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98465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Cliquez pour modifier le titre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26060" y="6332195"/>
            <a:ext cx="981038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1067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231038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382945-0FC9-424F-621C-8325F877A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2EDF011-7694-516B-27B2-ED6EF6D76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E54E43-0687-9571-C495-27CE5C6E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E44D05-0B96-8492-F23D-FAE68E443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EE39A4-2B53-DE1B-634F-22389E30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800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CD5E10-53C6-622C-C549-FC3495D4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6C9B7C-F8A8-D998-42D2-1ED7F61D7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B2AD73-27EE-682C-9DB9-84984B6A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31C27B-5306-5DCF-2B1A-DCF9FDDEF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73126-08F9-420A-DEF8-89CE6734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5608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A3D08-FF0D-8771-8C69-177B7297B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8C9BD0-0988-3DB9-D662-1CE182A75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6489CD-255F-DB5A-270E-614247B9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EE6BE8-E838-E596-DC54-9CC60CA43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065855-F6F8-C9BC-34C5-468FB631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8863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0BA6BF-28DC-F1E5-C9B1-41652AE36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705F8E-A931-29A2-0A98-44622CCEB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1B662B-0F35-ECF5-21A2-D02F86335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94169BB-AE91-B5C4-C084-44D2E3CE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15C794-5D83-996A-B868-51052C5E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86CA79-55D1-0448-BB6C-D953F5D8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58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5567B5-B911-8FB3-6FC2-D038F533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F9BDFE-3FBE-3EFB-D413-EC8433D17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13561F-35C3-69B7-562F-C303B5CC1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3177D4-7111-47DD-9435-A776C3879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490786-30A7-0AF4-9BC1-711EE284B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540E7E9-E977-2378-E507-CE7D9D4E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FDB545F-09C0-C515-DCE6-FA7076BA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7F7527A-510D-0D56-8DC9-A4256277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333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959E8-31CF-AA82-C164-663DE4F2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2B2B181-8A3E-D7CE-D5E9-4F78CF6EE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4F64C7-B48A-C393-53ED-2D465F02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0F5437E-5A94-E321-3680-4A7E390F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79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C1CDDB0-CC88-BBD3-21F9-21260212A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607800-3AC0-4A59-9A5D-BAE95F6F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CD4206-4C42-3D6C-F66F-6D6F8B90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081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22583-27D7-C81A-52AC-2D50A4BEF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7FF5F6-BA37-1787-00DE-7DF72D652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76A5FE6-1158-4323-69BE-77509201E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668D88-4EB6-F7D5-4786-85FA9AFC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6E3036-2F95-4C6F-2409-E5606774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7B172F-5D9B-9B4B-743D-521855B2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425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E422D5-7FDA-26FF-42A6-59737BF9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5C5FD45-AAE5-85BA-56F8-960633910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DA3060-34BF-1966-4630-8E62A2B3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817E07-7878-3C90-047E-BB8F5B14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BBD0FD-686A-65E4-0D65-892F900C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BD7F2B-ECDF-5CE8-B342-D3D76148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232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280946-48DD-3EA4-47ED-A0973DD4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9CCAA4-8ABF-8097-D114-71D5FCD1B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821F74-0353-6B8D-5FFF-7E64339B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DA2D96-CA79-AD85-DA69-84F5ADA4D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4F70BD-AA92-AD3B-8C06-4DABC884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7556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9490F02-4D33-8209-20BD-5169ED2DD2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AD5C75-4115-5E13-118B-0A6A278EA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32BB18-3CB2-BA47-391D-0DA851C33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87E721-49DC-D48D-4794-C63EA587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B7F276-B618-0ABD-3986-F084D759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7551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1" y="1574801"/>
            <a:ext cx="11353800" cy="4493683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GB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9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8047" y="356826"/>
            <a:ext cx="6439052" cy="3072175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7333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7734301" y="355603"/>
            <a:ext cx="4038600" cy="4538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6779" y="3605525"/>
            <a:ext cx="6439052" cy="1288208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241289" indent="-241289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542373" indent="-254388" algn="l">
              <a:spcBef>
                <a:spcPts val="448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791960" indent="-230389" algn="l">
              <a:spcBef>
                <a:spcPts val="32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1065547" indent="-254388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presenter name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C6C0D2-28FA-4B18-BFAE-E37D2DCD4D6B}"/>
              </a:ext>
            </a:extLst>
          </p:cNvPr>
          <p:cNvGrpSpPr/>
          <p:nvPr userDrawn="1"/>
        </p:nvGrpSpPr>
        <p:grpSpPr>
          <a:xfrm>
            <a:off x="419102" y="5746751"/>
            <a:ext cx="3263900" cy="685800"/>
            <a:chOff x="314325" y="4310063"/>
            <a:chExt cx="2447925" cy="514350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1006C298-DB65-4F2B-A9EE-26B4473AF6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7425" y="4413251"/>
              <a:ext cx="257175" cy="307975"/>
            </a:xfrm>
            <a:custGeom>
              <a:avLst/>
              <a:gdLst>
                <a:gd name="T0" fmla="*/ 213 w 379"/>
                <a:gd name="T1" fmla="*/ 0 h 453"/>
                <a:gd name="T2" fmla="*/ 272 w 379"/>
                <a:gd name="T3" fmla="*/ 6 h 453"/>
                <a:gd name="T4" fmla="*/ 318 w 379"/>
                <a:gd name="T5" fmla="*/ 24 h 453"/>
                <a:gd name="T6" fmla="*/ 347 w 379"/>
                <a:gd name="T7" fmla="*/ 59 h 453"/>
                <a:gd name="T8" fmla="*/ 358 w 379"/>
                <a:gd name="T9" fmla="*/ 112 h 453"/>
                <a:gd name="T10" fmla="*/ 342 w 379"/>
                <a:gd name="T11" fmla="*/ 169 h 453"/>
                <a:gd name="T12" fmla="*/ 296 w 379"/>
                <a:gd name="T13" fmla="*/ 207 h 453"/>
                <a:gd name="T14" fmla="*/ 359 w 379"/>
                <a:gd name="T15" fmla="*/ 249 h 453"/>
                <a:gd name="T16" fmla="*/ 379 w 379"/>
                <a:gd name="T17" fmla="*/ 322 h 453"/>
                <a:gd name="T18" fmla="*/ 366 w 379"/>
                <a:gd name="T19" fmla="*/ 381 h 453"/>
                <a:gd name="T20" fmla="*/ 330 w 379"/>
                <a:gd name="T21" fmla="*/ 422 h 453"/>
                <a:gd name="T22" fmla="*/ 279 w 379"/>
                <a:gd name="T23" fmla="*/ 446 h 453"/>
                <a:gd name="T24" fmla="*/ 219 w 379"/>
                <a:gd name="T25" fmla="*/ 453 h 453"/>
                <a:gd name="T26" fmla="*/ 0 w 379"/>
                <a:gd name="T27" fmla="*/ 453 h 453"/>
                <a:gd name="T28" fmla="*/ 0 w 379"/>
                <a:gd name="T29" fmla="*/ 0 h 453"/>
                <a:gd name="T30" fmla="*/ 213 w 379"/>
                <a:gd name="T31" fmla="*/ 0 h 453"/>
                <a:gd name="T32" fmla="*/ 200 w 379"/>
                <a:gd name="T33" fmla="*/ 183 h 453"/>
                <a:gd name="T34" fmla="*/ 244 w 379"/>
                <a:gd name="T35" fmla="*/ 171 h 453"/>
                <a:gd name="T36" fmla="*/ 261 w 379"/>
                <a:gd name="T37" fmla="*/ 129 h 453"/>
                <a:gd name="T38" fmla="*/ 256 w 379"/>
                <a:gd name="T39" fmla="*/ 103 h 453"/>
                <a:gd name="T40" fmla="*/ 240 w 379"/>
                <a:gd name="T41" fmla="*/ 88 h 453"/>
                <a:gd name="T42" fmla="*/ 218 w 379"/>
                <a:gd name="T43" fmla="*/ 80 h 453"/>
                <a:gd name="T44" fmla="*/ 193 w 379"/>
                <a:gd name="T45" fmla="*/ 77 h 453"/>
                <a:gd name="T46" fmla="*/ 99 w 379"/>
                <a:gd name="T47" fmla="*/ 77 h 453"/>
                <a:gd name="T48" fmla="*/ 99 w 379"/>
                <a:gd name="T49" fmla="*/ 183 h 453"/>
                <a:gd name="T50" fmla="*/ 200 w 379"/>
                <a:gd name="T51" fmla="*/ 183 h 453"/>
                <a:gd name="T52" fmla="*/ 206 w 379"/>
                <a:gd name="T53" fmla="*/ 376 h 453"/>
                <a:gd name="T54" fmla="*/ 234 w 379"/>
                <a:gd name="T55" fmla="*/ 373 h 453"/>
                <a:gd name="T56" fmla="*/ 257 w 379"/>
                <a:gd name="T57" fmla="*/ 363 h 453"/>
                <a:gd name="T58" fmla="*/ 274 w 379"/>
                <a:gd name="T59" fmla="*/ 345 h 453"/>
                <a:gd name="T60" fmla="*/ 280 w 379"/>
                <a:gd name="T61" fmla="*/ 316 h 453"/>
                <a:gd name="T62" fmla="*/ 260 w 379"/>
                <a:gd name="T63" fmla="*/ 266 h 453"/>
                <a:gd name="T64" fmla="*/ 208 w 379"/>
                <a:gd name="T65" fmla="*/ 251 h 453"/>
                <a:gd name="T66" fmla="*/ 99 w 379"/>
                <a:gd name="T67" fmla="*/ 251 h 453"/>
                <a:gd name="T68" fmla="*/ 99 w 379"/>
                <a:gd name="T69" fmla="*/ 376 h 453"/>
                <a:gd name="T70" fmla="*/ 206 w 379"/>
                <a:gd name="T71" fmla="*/ 376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9" h="453">
                  <a:moveTo>
                    <a:pt x="213" y="0"/>
                  </a:moveTo>
                  <a:cubicBezTo>
                    <a:pt x="235" y="0"/>
                    <a:pt x="254" y="2"/>
                    <a:pt x="272" y="6"/>
                  </a:cubicBezTo>
                  <a:cubicBezTo>
                    <a:pt x="290" y="9"/>
                    <a:pt x="305" y="16"/>
                    <a:pt x="318" y="24"/>
                  </a:cubicBezTo>
                  <a:cubicBezTo>
                    <a:pt x="330" y="33"/>
                    <a:pt x="340" y="45"/>
                    <a:pt x="347" y="59"/>
                  </a:cubicBezTo>
                  <a:cubicBezTo>
                    <a:pt x="354" y="73"/>
                    <a:pt x="358" y="91"/>
                    <a:pt x="358" y="112"/>
                  </a:cubicBezTo>
                  <a:cubicBezTo>
                    <a:pt x="358" y="135"/>
                    <a:pt x="353" y="154"/>
                    <a:pt x="342" y="169"/>
                  </a:cubicBezTo>
                  <a:cubicBezTo>
                    <a:pt x="332" y="185"/>
                    <a:pt x="316" y="197"/>
                    <a:pt x="296" y="207"/>
                  </a:cubicBezTo>
                  <a:cubicBezTo>
                    <a:pt x="324" y="215"/>
                    <a:pt x="345" y="229"/>
                    <a:pt x="359" y="249"/>
                  </a:cubicBezTo>
                  <a:cubicBezTo>
                    <a:pt x="372" y="269"/>
                    <a:pt x="379" y="293"/>
                    <a:pt x="379" y="322"/>
                  </a:cubicBezTo>
                  <a:cubicBezTo>
                    <a:pt x="379" y="345"/>
                    <a:pt x="375" y="364"/>
                    <a:pt x="366" y="381"/>
                  </a:cubicBezTo>
                  <a:cubicBezTo>
                    <a:pt x="357" y="398"/>
                    <a:pt x="345" y="412"/>
                    <a:pt x="330" y="422"/>
                  </a:cubicBezTo>
                  <a:cubicBezTo>
                    <a:pt x="315" y="433"/>
                    <a:pt x="298" y="441"/>
                    <a:pt x="279" y="446"/>
                  </a:cubicBezTo>
                  <a:cubicBezTo>
                    <a:pt x="259" y="451"/>
                    <a:pt x="240" y="453"/>
                    <a:pt x="219" y="453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13" y="0"/>
                  </a:lnTo>
                  <a:close/>
                  <a:moveTo>
                    <a:pt x="200" y="183"/>
                  </a:moveTo>
                  <a:cubicBezTo>
                    <a:pt x="218" y="183"/>
                    <a:pt x="233" y="179"/>
                    <a:pt x="244" y="171"/>
                  </a:cubicBezTo>
                  <a:cubicBezTo>
                    <a:pt x="256" y="162"/>
                    <a:pt x="261" y="149"/>
                    <a:pt x="261" y="129"/>
                  </a:cubicBezTo>
                  <a:cubicBezTo>
                    <a:pt x="261" y="119"/>
                    <a:pt x="259" y="110"/>
                    <a:pt x="256" y="103"/>
                  </a:cubicBezTo>
                  <a:cubicBezTo>
                    <a:pt x="252" y="97"/>
                    <a:pt x="247" y="91"/>
                    <a:pt x="240" y="88"/>
                  </a:cubicBezTo>
                  <a:cubicBezTo>
                    <a:pt x="234" y="84"/>
                    <a:pt x="227" y="81"/>
                    <a:pt x="218" y="80"/>
                  </a:cubicBezTo>
                  <a:cubicBezTo>
                    <a:pt x="210" y="78"/>
                    <a:pt x="202" y="77"/>
                    <a:pt x="193" y="77"/>
                  </a:cubicBezTo>
                  <a:cubicBezTo>
                    <a:pt x="99" y="77"/>
                    <a:pt x="99" y="77"/>
                    <a:pt x="99" y="77"/>
                  </a:cubicBezTo>
                  <a:cubicBezTo>
                    <a:pt x="99" y="183"/>
                    <a:pt x="99" y="183"/>
                    <a:pt x="99" y="183"/>
                  </a:cubicBezTo>
                  <a:lnTo>
                    <a:pt x="200" y="183"/>
                  </a:lnTo>
                  <a:close/>
                  <a:moveTo>
                    <a:pt x="206" y="376"/>
                  </a:moveTo>
                  <a:cubicBezTo>
                    <a:pt x="216" y="376"/>
                    <a:pt x="225" y="375"/>
                    <a:pt x="234" y="373"/>
                  </a:cubicBezTo>
                  <a:cubicBezTo>
                    <a:pt x="243" y="371"/>
                    <a:pt x="251" y="368"/>
                    <a:pt x="257" y="363"/>
                  </a:cubicBezTo>
                  <a:cubicBezTo>
                    <a:pt x="264" y="359"/>
                    <a:pt x="270" y="353"/>
                    <a:pt x="274" y="345"/>
                  </a:cubicBezTo>
                  <a:cubicBezTo>
                    <a:pt x="278" y="338"/>
                    <a:pt x="280" y="328"/>
                    <a:pt x="280" y="316"/>
                  </a:cubicBezTo>
                  <a:cubicBezTo>
                    <a:pt x="280" y="293"/>
                    <a:pt x="273" y="276"/>
                    <a:pt x="260" y="266"/>
                  </a:cubicBezTo>
                  <a:cubicBezTo>
                    <a:pt x="247" y="256"/>
                    <a:pt x="229" y="251"/>
                    <a:pt x="208" y="251"/>
                  </a:cubicBezTo>
                  <a:cubicBezTo>
                    <a:pt x="99" y="251"/>
                    <a:pt x="99" y="251"/>
                    <a:pt x="99" y="251"/>
                  </a:cubicBezTo>
                  <a:cubicBezTo>
                    <a:pt x="99" y="376"/>
                    <a:pt x="99" y="376"/>
                    <a:pt x="99" y="376"/>
                  </a:cubicBezTo>
                  <a:lnTo>
                    <a:pt x="206" y="37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C413873F-B596-4126-9F0B-5B23ECE878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6350" y="4497388"/>
              <a:ext cx="209550" cy="230188"/>
            </a:xfrm>
            <a:custGeom>
              <a:avLst/>
              <a:gdLst>
                <a:gd name="T0" fmla="*/ 222 w 308"/>
                <a:gd name="T1" fmla="*/ 328 h 337"/>
                <a:gd name="T2" fmla="*/ 222 w 308"/>
                <a:gd name="T3" fmla="*/ 283 h 337"/>
                <a:gd name="T4" fmla="*/ 220 w 308"/>
                <a:gd name="T5" fmla="*/ 283 h 337"/>
                <a:gd name="T6" fmla="*/ 176 w 308"/>
                <a:gd name="T7" fmla="*/ 324 h 337"/>
                <a:gd name="T8" fmla="*/ 120 w 308"/>
                <a:gd name="T9" fmla="*/ 337 h 337"/>
                <a:gd name="T10" fmla="*/ 61 w 308"/>
                <a:gd name="T11" fmla="*/ 327 h 337"/>
                <a:gd name="T12" fmla="*/ 24 w 308"/>
                <a:gd name="T13" fmla="*/ 300 h 337"/>
                <a:gd name="T14" fmla="*/ 5 w 308"/>
                <a:gd name="T15" fmla="*/ 257 h 337"/>
                <a:gd name="T16" fmla="*/ 0 w 308"/>
                <a:gd name="T17" fmla="*/ 202 h 337"/>
                <a:gd name="T18" fmla="*/ 0 w 308"/>
                <a:gd name="T19" fmla="*/ 0 h 337"/>
                <a:gd name="T20" fmla="*/ 90 w 308"/>
                <a:gd name="T21" fmla="*/ 0 h 337"/>
                <a:gd name="T22" fmla="*/ 90 w 308"/>
                <a:gd name="T23" fmla="*/ 185 h 337"/>
                <a:gd name="T24" fmla="*/ 103 w 308"/>
                <a:gd name="T25" fmla="*/ 246 h 337"/>
                <a:gd name="T26" fmla="*/ 148 w 308"/>
                <a:gd name="T27" fmla="*/ 266 h 337"/>
                <a:gd name="T28" fmla="*/ 201 w 308"/>
                <a:gd name="T29" fmla="*/ 244 h 337"/>
                <a:gd name="T30" fmla="*/ 218 w 308"/>
                <a:gd name="T31" fmla="*/ 172 h 337"/>
                <a:gd name="T32" fmla="*/ 218 w 308"/>
                <a:gd name="T33" fmla="*/ 0 h 337"/>
                <a:gd name="T34" fmla="*/ 308 w 308"/>
                <a:gd name="T35" fmla="*/ 0 h 337"/>
                <a:gd name="T36" fmla="*/ 308 w 308"/>
                <a:gd name="T37" fmla="*/ 328 h 337"/>
                <a:gd name="T38" fmla="*/ 222 w 308"/>
                <a:gd name="T39" fmla="*/ 32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08" h="337">
                  <a:moveTo>
                    <a:pt x="222" y="328"/>
                  </a:moveTo>
                  <a:cubicBezTo>
                    <a:pt x="222" y="283"/>
                    <a:pt x="222" y="283"/>
                    <a:pt x="222" y="283"/>
                  </a:cubicBezTo>
                  <a:cubicBezTo>
                    <a:pt x="220" y="283"/>
                    <a:pt x="220" y="283"/>
                    <a:pt x="220" y="283"/>
                  </a:cubicBezTo>
                  <a:cubicBezTo>
                    <a:pt x="209" y="302"/>
                    <a:pt x="194" y="315"/>
                    <a:pt x="176" y="324"/>
                  </a:cubicBezTo>
                  <a:cubicBezTo>
                    <a:pt x="158" y="332"/>
                    <a:pt x="139" y="337"/>
                    <a:pt x="120" y="337"/>
                  </a:cubicBezTo>
                  <a:cubicBezTo>
                    <a:pt x="96" y="337"/>
                    <a:pt x="76" y="333"/>
                    <a:pt x="61" y="327"/>
                  </a:cubicBezTo>
                  <a:cubicBezTo>
                    <a:pt x="45" y="321"/>
                    <a:pt x="33" y="312"/>
                    <a:pt x="24" y="300"/>
                  </a:cubicBezTo>
                  <a:cubicBezTo>
                    <a:pt x="15" y="288"/>
                    <a:pt x="9" y="274"/>
                    <a:pt x="5" y="257"/>
                  </a:cubicBezTo>
                  <a:cubicBezTo>
                    <a:pt x="2" y="241"/>
                    <a:pt x="0" y="222"/>
                    <a:pt x="0" y="20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0" y="185"/>
                    <a:pt x="90" y="185"/>
                    <a:pt x="90" y="185"/>
                  </a:cubicBezTo>
                  <a:cubicBezTo>
                    <a:pt x="90" y="213"/>
                    <a:pt x="94" y="233"/>
                    <a:pt x="103" y="246"/>
                  </a:cubicBezTo>
                  <a:cubicBezTo>
                    <a:pt x="111" y="259"/>
                    <a:pt x="126" y="266"/>
                    <a:pt x="148" y="266"/>
                  </a:cubicBezTo>
                  <a:cubicBezTo>
                    <a:pt x="172" y="266"/>
                    <a:pt x="190" y="259"/>
                    <a:pt x="201" y="244"/>
                  </a:cubicBezTo>
                  <a:cubicBezTo>
                    <a:pt x="212" y="230"/>
                    <a:pt x="218" y="206"/>
                    <a:pt x="218" y="172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328"/>
                    <a:pt x="308" y="328"/>
                    <a:pt x="308" y="328"/>
                  </a:cubicBezTo>
                  <a:lnTo>
                    <a:pt x="222" y="32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33551E3B-B69B-404C-81B2-BD23385A3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14475" y="4491038"/>
              <a:ext cx="206375" cy="236538"/>
            </a:xfrm>
            <a:custGeom>
              <a:avLst/>
              <a:gdLst>
                <a:gd name="T0" fmla="*/ 92 w 304"/>
                <a:gd name="T1" fmla="*/ 256 h 346"/>
                <a:gd name="T2" fmla="*/ 108 w 304"/>
                <a:gd name="T3" fmla="*/ 273 h 346"/>
                <a:gd name="T4" fmla="*/ 129 w 304"/>
                <a:gd name="T5" fmla="*/ 283 h 346"/>
                <a:gd name="T6" fmla="*/ 155 w 304"/>
                <a:gd name="T7" fmla="*/ 286 h 346"/>
                <a:gd name="T8" fmla="*/ 175 w 304"/>
                <a:gd name="T9" fmla="*/ 284 h 346"/>
                <a:gd name="T10" fmla="*/ 194 w 304"/>
                <a:gd name="T11" fmla="*/ 277 h 346"/>
                <a:gd name="T12" fmla="*/ 209 w 304"/>
                <a:gd name="T13" fmla="*/ 264 h 346"/>
                <a:gd name="T14" fmla="*/ 214 w 304"/>
                <a:gd name="T15" fmla="*/ 244 h 346"/>
                <a:gd name="T16" fmla="*/ 187 w 304"/>
                <a:gd name="T17" fmla="*/ 213 h 346"/>
                <a:gd name="T18" fmla="*/ 112 w 304"/>
                <a:gd name="T19" fmla="*/ 193 h 346"/>
                <a:gd name="T20" fmla="*/ 74 w 304"/>
                <a:gd name="T21" fmla="*/ 183 h 346"/>
                <a:gd name="T22" fmla="*/ 40 w 304"/>
                <a:gd name="T23" fmla="*/ 167 h 346"/>
                <a:gd name="T24" fmla="*/ 17 w 304"/>
                <a:gd name="T25" fmla="*/ 142 h 346"/>
                <a:gd name="T26" fmla="*/ 8 w 304"/>
                <a:gd name="T27" fmla="*/ 106 h 346"/>
                <a:gd name="T28" fmla="*/ 20 w 304"/>
                <a:gd name="T29" fmla="*/ 53 h 346"/>
                <a:gd name="T30" fmla="*/ 53 w 304"/>
                <a:gd name="T31" fmla="*/ 21 h 346"/>
                <a:gd name="T32" fmla="*/ 99 w 304"/>
                <a:gd name="T33" fmla="*/ 5 h 346"/>
                <a:gd name="T34" fmla="*/ 151 w 304"/>
                <a:gd name="T35" fmla="*/ 0 h 346"/>
                <a:gd name="T36" fmla="*/ 203 w 304"/>
                <a:gd name="T37" fmla="*/ 5 h 346"/>
                <a:gd name="T38" fmla="*/ 247 w 304"/>
                <a:gd name="T39" fmla="*/ 22 h 346"/>
                <a:gd name="T40" fmla="*/ 280 w 304"/>
                <a:gd name="T41" fmla="*/ 54 h 346"/>
                <a:gd name="T42" fmla="*/ 296 w 304"/>
                <a:gd name="T43" fmla="*/ 105 h 346"/>
                <a:gd name="T44" fmla="*/ 210 w 304"/>
                <a:gd name="T45" fmla="*/ 105 h 346"/>
                <a:gd name="T46" fmla="*/ 190 w 304"/>
                <a:gd name="T47" fmla="*/ 70 h 346"/>
                <a:gd name="T48" fmla="*/ 148 w 304"/>
                <a:gd name="T49" fmla="*/ 60 h 346"/>
                <a:gd name="T50" fmla="*/ 132 w 304"/>
                <a:gd name="T51" fmla="*/ 61 h 346"/>
                <a:gd name="T52" fmla="*/ 116 w 304"/>
                <a:gd name="T53" fmla="*/ 66 h 346"/>
                <a:gd name="T54" fmla="*/ 103 w 304"/>
                <a:gd name="T55" fmla="*/ 75 h 346"/>
                <a:gd name="T56" fmla="*/ 98 w 304"/>
                <a:gd name="T57" fmla="*/ 91 h 346"/>
                <a:gd name="T58" fmla="*/ 107 w 304"/>
                <a:gd name="T59" fmla="*/ 111 h 346"/>
                <a:gd name="T60" fmla="*/ 130 w 304"/>
                <a:gd name="T61" fmla="*/ 123 h 346"/>
                <a:gd name="T62" fmla="*/ 163 w 304"/>
                <a:gd name="T63" fmla="*/ 132 h 346"/>
                <a:gd name="T64" fmla="*/ 200 w 304"/>
                <a:gd name="T65" fmla="*/ 140 h 346"/>
                <a:gd name="T66" fmla="*/ 239 w 304"/>
                <a:gd name="T67" fmla="*/ 151 h 346"/>
                <a:gd name="T68" fmla="*/ 272 w 304"/>
                <a:gd name="T69" fmla="*/ 167 h 346"/>
                <a:gd name="T70" fmla="*/ 296 w 304"/>
                <a:gd name="T71" fmla="*/ 193 h 346"/>
                <a:gd name="T72" fmla="*/ 304 w 304"/>
                <a:gd name="T73" fmla="*/ 232 h 346"/>
                <a:gd name="T74" fmla="*/ 291 w 304"/>
                <a:gd name="T75" fmla="*/ 286 h 346"/>
                <a:gd name="T76" fmla="*/ 257 w 304"/>
                <a:gd name="T77" fmla="*/ 321 h 346"/>
                <a:gd name="T78" fmla="*/ 209 w 304"/>
                <a:gd name="T79" fmla="*/ 340 h 346"/>
                <a:gd name="T80" fmla="*/ 155 w 304"/>
                <a:gd name="T81" fmla="*/ 346 h 346"/>
                <a:gd name="T82" fmla="*/ 99 w 304"/>
                <a:gd name="T83" fmla="*/ 340 h 346"/>
                <a:gd name="T84" fmla="*/ 50 w 304"/>
                <a:gd name="T85" fmla="*/ 321 h 346"/>
                <a:gd name="T86" fmla="*/ 15 w 304"/>
                <a:gd name="T87" fmla="*/ 286 h 346"/>
                <a:gd name="T88" fmla="*/ 0 w 304"/>
                <a:gd name="T89" fmla="*/ 231 h 346"/>
                <a:gd name="T90" fmla="*/ 86 w 304"/>
                <a:gd name="T91" fmla="*/ 231 h 346"/>
                <a:gd name="T92" fmla="*/ 92 w 304"/>
                <a:gd name="T93" fmla="*/ 25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4" h="346">
                  <a:moveTo>
                    <a:pt x="92" y="256"/>
                  </a:moveTo>
                  <a:cubicBezTo>
                    <a:pt x="96" y="263"/>
                    <a:pt x="101" y="268"/>
                    <a:pt x="108" y="273"/>
                  </a:cubicBezTo>
                  <a:cubicBezTo>
                    <a:pt x="114" y="277"/>
                    <a:pt x="121" y="281"/>
                    <a:pt x="129" y="283"/>
                  </a:cubicBezTo>
                  <a:cubicBezTo>
                    <a:pt x="138" y="285"/>
                    <a:pt x="146" y="286"/>
                    <a:pt x="155" y="286"/>
                  </a:cubicBezTo>
                  <a:cubicBezTo>
                    <a:pt x="162" y="286"/>
                    <a:pt x="168" y="285"/>
                    <a:pt x="175" y="284"/>
                  </a:cubicBezTo>
                  <a:cubicBezTo>
                    <a:pt x="182" y="282"/>
                    <a:pt x="189" y="280"/>
                    <a:pt x="194" y="277"/>
                  </a:cubicBezTo>
                  <a:cubicBezTo>
                    <a:pt x="200" y="273"/>
                    <a:pt x="205" y="269"/>
                    <a:pt x="209" y="264"/>
                  </a:cubicBezTo>
                  <a:cubicBezTo>
                    <a:pt x="212" y="259"/>
                    <a:pt x="214" y="252"/>
                    <a:pt x="214" y="244"/>
                  </a:cubicBezTo>
                  <a:cubicBezTo>
                    <a:pt x="214" y="230"/>
                    <a:pt x="205" y="220"/>
                    <a:pt x="187" y="213"/>
                  </a:cubicBezTo>
                  <a:cubicBezTo>
                    <a:pt x="169" y="207"/>
                    <a:pt x="144" y="200"/>
                    <a:pt x="112" y="193"/>
                  </a:cubicBezTo>
                  <a:cubicBezTo>
                    <a:pt x="99" y="190"/>
                    <a:pt x="86" y="187"/>
                    <a:pt x="74" y="183"/>
                  </a:cubicBezTo>
                  <a:cubicBezTo>
                    <a:pt x="61" y="179"/>
                    <a:pt x="50" y="173"/>
                    <a:pt x="40" y="167"/>
                  </a:cubicBezTo>
                  <a:cubicBezTo>
                    <a:pt x="31" y="160"/>
                    <a:pt x="23" y="152"/>
                    <a:pt x="17" y="142"/>
                  </a:cubicBezTo>
                  <a:cubicBezTo>
                    <a:pt x="11" y="132"/>
                    <a:pt x="8" y="120"/>
                    <a:pt x="8" y="106"/>
                  </a:cubicBezTo>
                  <a:cubicBezTo>
                    <a:pt x="8" y="84"/>
                    <a:pt x="12" y="67"/>
                    <a:pt x="20" y="53"/>
                  </a:cubicBezTo>
                  <a:cubicBezTo>
                    <a:pt x="29" y="40"/>
                    <a:pt x="39" y="29"/>
                    <a:pt x="53" y="21"/>
                  </a:cubicBezTo>
                  <a:cubicBezTo>
                    <a:pt x="67" y="14"/>
                    <a:pt x="82" y="8"/>
                    <a:pt x="99" y="5"/>
                  </a:cubicBezTo>
                  <a:cubicBezTo>
                    <a:pt x="116" y="2"/>
                    <a:pt x="133" y="0"/>
                    <a:pt x="151" y="0"/>
                  </a:cubicBezTo>
                  <a:cubicBezTo>
                    <a:pt x="169" y="0"/>
                    <a:pt x="186" y="2"/>
                    <a:pt x="203" y="5"/>
                  </a:cubicBezTo>
                  <a:cubicBezTo>
                    <a:pt x="219" y="9"/>
                    <a:pt x="234" y="14"/>
                    <a:pt x="247" y="22"/>
                  </a:cubicBezTo>
                  <a:cubicBezTo>
                    <a:pt x="260" y="30"/>
                    <a:pt x="271" y="41"/>
                    <a:pt x="280" y="54"/>
                  </a:cubicBezTo>
                  <a:cubicBezTo>
                    <a:pt x="289" y="68"/>
                    <a:pt x="294" y="85"/>
                    <a:pt x="296" y="105"/>
                  </a:cubicBezTo>
                  <a:cubicBezTo>
                    <a:pt x="210" y="105"/>
                    <a:pt x="210" y="105"/>
                    <a:pt x="210" y="105"/>
                  </a:cubicBezTo>
                  <a:cubicBezTo>
                    <a:pt x="209" y="88"/>
                    <a:pt x="202" y="76"/>
                    <a:pt x="190" y="70"/>
                  </a:cubicBezTo>
                  <a:cubicBezTo>
                    <a:pt x="178" y="64"/>
                    <a:pt x="164" y="60"/>
                    <a:pt x="148" y="60"/>
                  </a:cubicBezTo>
                  <a:cubicBezTo>
                    <a:pt x="143" y="60"/>
                    <a:pt x="138" y="61"/>
                    <a:pt x="132" y="61"/>
                  </a:cubicBezTo>
                  <a:cubicBezTo>
                    <a:pt x="126" y="62"/>
                    <a:pt x="120" y="63"/>
                    <a:pt x="116" y="66"/>
                  </a:cubicBezTo>
                  <a:cubicBezTo>
                    <a:pt x="111" y="68"/>
                    <a:pt x="107" y="71"/>
                    <a:pt x="103" y="75"/>
                  </a:cubicBezTo>
                  <a:cubicBezTo>
                    <a:pt x="100" y="79"/>
                    <a:pt x="98" y="84"/>
                    <a:pt x="98" y="91"/>
                  </a:cubicBezTo>
                  <a:cubicBezTo>
                    <a:pt x="98" y="99"/>
                    <a:pt x="101" y="106"/>
                    <a:pt x="107" y="111"/>
                  </a:cubicBezTo>
                  <a:cubicBezTo>
                    <a:pt x="113" y="116"/>
                    <a:pt x="121" y="120"/>
                    <a:pt x="130" y="123"/>
                  </a:cubicBezTo>
                  <a:cubicBezTo>
                    <a:pt x="140" y="126"/>
                    <a:pt x="151" y="129"/>
                    <a:pt x="163" y="132"/>
                  </a:cubicBezTo>
                  <a:cubicBezTo>
                    <a:pt x="175" y="134"/>
                    <a:pt x="188" y="137"/>
                    <a:pt x="200" y="140"/>
                  </a:cubicBezTo>
                  <a:cubicBezTo>
                    <a:pt x="213" y="143"/>
                    <a:pt x="226" y="146"/>
                    <a:pt x="239" y="151"/>
                  </a:cubicBezTo>
                  <a:cubicBezTo>
                    <a:pt x="251" y="155"/>
                    <a:pt x="262" y="160"/>
                    <a:pt x="272" y="167"/>
                  </a:cubicBezTo>
                  <a:cubicBezTo>
                    <a:pt x="282" y="174"/>
                    <a:pt x="290" y="183"/>
                    <a:pt x="296" y="193"/>
                  </a:cubicBezTo>
                  <a:cubicBezTo>
                    <a:pt x="301" y="204"/>
                    <a:pt x="304" y="217"/>
                    <a:pt x="304" y="232"/>
                  </a:cubicBezTo>
                  <a:cubicBezTo>
                    <a:pt x="304" y="253"/>
                    <a:pt x="300" y="272"/>
                    <a:pt x="291" y="286"/>
                  </a:cubicBezTo>
                  <a:cubicBezTo>
                    <a:pt x="283" y="301"/>
                    <a:pt x="271" y="313"/>
                    <a:pt x="257" y="321"/>
                  </a:cubicBezTo>
                  <a:cubicBezTo>
                    <a:pt x="243" y="330"/>
                    <a:pt x="227" y="337"/>
                    <a:pt x="209" y="340"/>
                  </a:cubicBezTo>
                  <a:cubicBezTo>
                    <a:pt x="192" y="344"/>
                    <a:pt x="173" y="346"/>
                    <a:pt x="155" y="346"/>
                  </a:cubicBezTo>
                  <a:cubicBezTo>
                    <a:pt x="136" y="346"/>
                    <a:pt x="117" y="344"/>
                    <a:pt x="99" y="340"/>
                  </a:cubicBezTo>
                  <a:cubicBezTo>
                    <a:pt x="80" y="336"/>
                    <a:pt x="64" y="330"/>
                    <a:pt x="50" y="321"/>
                  </a:cubicBezTo>
                  <a:cubicBezTo>
                    <a:pt x="36" y="312"/>
                    <a:pt x="24" y="300"/>
                    <a:pt x="15" y="286"/>
                  </a:cubicBezTo>
                  <a:cubicBezTo>
                    <a:pt x="6" y="271"/>
                    <a:pt x="1" y="253"/>
                    <a:pt x="0" y="231"/>
                  </a:cubicBezTo>
                  <a:cubicBezTo>
                    <a:pt x="86" y="231"/>
                    <a:pt x="86" y="231"/>
                    <a:pt x="86" y="231"/>
                  </a:cubicBezTo>
                  <a:cubicBezTo>
                    <a:pt x="86" y="240"/>
                    <a:pt x="88" y="249"/>
                    <a:pt x="92" y="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CA29777D-3DDB-40B1-A949-832B1B2897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52600" y="4413251"/>
              <a:ext cx="60325" cy="307975"/>
            </a:xfrm>
            <a:custGeom>
              <a:avLst/>
              <a:gdLst>
                <a:gd name="T0" fmla="*/ 0 w 38"/>
                <a:gd name="T1" fmla="*/ 31 h 194"/>
                <a:gd name="T2" fmla="*/ 0 w 38"/>
                <a:gd name="T3" fmla="*/ 0 h 194"/>
                <a:gd name="T4" fmla="*/ 38 w 38"/>
                <a:gd name="T5" fmla="*/ 0 h 194"/>
                <a:gd name="T6" fmla="*/ 38 w 38"/>
                <a:gd name="T7" fmla="*/ 31 h 194"/>
                <a:gd name="T8" fmla="*/ 0 w 38"/>
                <a:gd name="T9" fmla="*/ 31 h 194"/>
                <a:gd name="T10" fmla="*/ 38 w 38"/>
                <a:gd name="T11" fmla="*/ 53 h 194"/>
                <a:gd name="T12" fmla="*/ 38 w 38"/>
                <a:gd name="T13" fmla="*/ 194 h 194"/>
                <a:gd name="T14" fmla="*/ 0 w 38"/>
                <a:gd name="T15" fmla="*/ 194 h 194"/>
                <a:gd name="T16" fmla="*/ 0 w 38"/>
                <a:gd name="T17" fmla="*/ 53 h 194"/>
                <a:gd name="T18" fmla="*/ 38 w 38"/>
                <a:gd name="T19" fmla="*/ 53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194">
                  <a:moveTo>
                    <a:pt x="0" y="31"/>
                  </a:moveTo>
                  <a:lnTo>
                    <a:pt x="0" y="0"/>
                  </a:lnTo>
                  <a:lnTo>
                    <a:pt x="38" y="0"/>
                  </a:lnTo>
                  <a:lnTo>
                    <a:pt x="38" y="31"/>
                  </a:lnTo>
                  <a:lnTo>
                    <a:pt x="0" y="31"/>
                  </a:lnTo>
                  <a:close/>
                  <a:moveTo>
                    <a:pt x="38" y="53"/>
                  </a:moveTo>
                  <a:lnTo>
                    <a:pt x="38" y="194"/>
                  </a:lnTo>
                  <a:lnTo>
                    <a:pt x="0" y="194"/>
                  </a:lnTo>
                  <a:lnTo>
                    <a:pt x="0" y="53"/>
                  </a:lnTo>
                  <a:lnTo>
                    <a:pt x="38" y="5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E079AB5-C2C7-4C68-91EA-055CF3721E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4200" y="4491038"/>
              <a:ext cx="209550" cy="230188"/>
            </a:xfrm>
            <a:custGeom>
              <a:avLst/>
              <a:gdLst>
                <a:gd name="T0" fmla="*/ 86 w 308"/>
                <a:gd name="T1" fmla="*/ 9 h 337"/>
                <a:gd name="T2" fmla="*/ 86 w 308"/>
                <a:gd name="T3" fmla="*/ 55 h 337"/>
                <a:gd name="T4" fmla="*/ 88 w 308"/>
                <a:gd name="T5" fmla="*/ 55 h 337"/>
                <a:gd name="T6" fmla="*/ 132 w 308"/>
                <a:gd name="T7" fmla="*/ 13 h 337"/>
                <a:gd name="T8" fmla="*/ 188 w 308"/>
                <a:gd name="T9" fmla="*/ 0 h 337"/>
                <a:gd name="T10" fmla="*/ 248 w 308"/>
                <a:gd name="T11" fmla="*/ 10 h 337"/>
                <a:gd name="T12" fmla="*/ 284 w 308"/>
                <a:gd name="T13" fmla="*/ 37 h 337"/>
                <a:gd name="T14" fmla="*/ 303 w 308"/>
                <a:gd name="T15" fmla="*/ 80 h 337"/>
                <a:gd name="T16" fmla="*/ 308 w 308"/>
                <a:gd name="T17" fmla="*/ 135 h 337"/>
                <a:gd name="T18" fmla="*/ 308 w 308"/>
                <a:gd name="T19" fmla="*/ 337 h 337"/>
                <a:gd name="T20" fmla="*/ 218 w 308"/>
                <a:gd name="T21" fmla="*/ 337 h 337"/>
                <a:gd name="T22" fmla="*/ 218 w 308"/>
                <a:gd name="T23" fmla="*/ 152 h 337"/>
                <a:gd name="T24" fmla="*/ 205 w 308"/>
                <a:gd name="T25" fmla="*/ 91 h 337"/>
                <a:gd name="T26" fmla="*/ 160 w 308"/>
                <a:gd name="T27" fmla="*/ 71 h 337"/>
                <a:gd name="T28" fmla="*/ 107 w 308"/>
                <a:gd name="T29" fmla="*/ 93 h 337"/>
                <a:gd name="T30" fmla="*/ 90 w 308"/>
                <a:gd name="T31" fmla="*/ 165 h 337"/>
                <a:gd name="T32" fmla="*/ 90 w 308"/>
                <a:gd name="T33" fmla="*/ 337 h 337"/>
                <a:gd name="T34" fmla="*/ 0 w 308"/>
                <a:gd name="T35" fmla="*/ 337 h 337"/>
                <a:gd name="T36" fmla="*/ 0 w 308"/>
                <a:gd name="T37" fmla="*/ 9 h 337"/>
                <a:gd name="T38" fmla="*/ 86 w 308"/>
                <a:gd name="T39" fmla="*/ 9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08" h="337">
                  <a:moveTo>
                    <a:pt x="86" y="9"/>
                  </a:moveTo>
                  <a:cubicBezTo>
                    <a:pt x="86" y="55"/>
                    <a:pt x="86" y="55"/>
                    <a:pt x="86" y="55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99" y="36"/>
                    <a:pt x="114" y="22"/>
                    <a:pt x="132" y="13"/>
                  </a:cubicBezTo>
                  <a:cubicBezTo>
                    <a:pt x="151" y="4"/>
                    <a:pt x="169" y="0"/>
                    <a:pt x="188" y="0"/>
                  </a:cubicBezTo>
                  <a:cubicBezTo>
                    <a:pt x="212" y="0"/>
                    <a:pt x="232" y="3"/>
                    <a:pt x="248" y="10"/>
                  </a:cubicBezTo>
                  <a:cubicBezTo>
                    <a:pt x="263" y="17"/>
                    <a:pt x="275" y="26"/>
                    <a:pt x="284" y="37"/>
                  </a:cubicBezTo>
                  <a:cubicBezTo>
                    <a:pt x="293" y="49"/>
                    <a:pt x="299" y="63"/>
                    <a:pt x="303" y="80"/>
                  </a:cubicBezTo>
                  <a:cubicBezTo>
                    <a:pt x="306" y="97"/>
                    <a:pt x="308" y="115"/>
                    <a:pt x="308" y="135"/>
                  </a:cubicBezTo>
                  <a:cubicBezTo>
                    <a:pt x="308" y="337"/>
                    <a:pt x="308" y="337"/>
                    <a:pt x="308" y="337"/>
                  </a:cubicBezTo>
                  <a:cubicBezTo>
                    <a:pt x="218" y="337"/>
                    <a:pt x="218" y="337"/>
                    <a:pt x="218" y="337"/>
                  </a:cubicBezTo>
                  <a:cubicBezTo>
                    <a:pt x="218" y="152"/>
                    <a:pt x="218" y="152"/>
                    <a:pt x="218" y="152"/>
                  </a:cubicBezTo>
                  <a:cubicBezTo>
                    <a:pt x="218" y="125"/>
                    <a:pt x="214" y="105"/>
                    <a:pt x="205" y="91"/>
                  </a:cubicBezTo>
                  <a:cubicBezTo>
                    <a:pt x="197" y="78"/>
                    <a:pt x="182" y="71"/>
                    <a:pt x="160" y="71"/>
                  </a:cubicBezTo>
                  <a:cubicBezTo>
                    <a:pt x="136" y="71"/>
                    <a:pt x="118" y="79"/>
                    <a:pt x="107" y="93"/>
                  </a:cubicBezTo>
                  <a:cubicBezTo>
                    <a:pt x="96" y="108"/>
                    <a:pt x="90" y="132"/>
                    <a:pt x="90" y="165"/>
                  </a:cubicBezTo>
                  <a:cubicBezTo>
                    <a:pt x="90" y="337"/>
                    <a:pt x="90" y="337"/>
                    <a:pt x="90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0" y="9"/>
                    <a:pt x="0" y="9"/>
                    <a:pt x="0" y="9"/>
                  </a:cubicBezTo>
                  <a:lnTo>
                    <a:pt x="86" y="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13824EBB-9A38-4CE9-99A1-2981DA41A3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92325" y="4491038"/>
              <a:ext cx="222250" cy="236538"/>
            </a:xfrm>
            <a:custGeom>
              <a:avLst/>
              <a:gdLst>
                <a:gd name="T0" fmla="*/ 112 w 328"/>
                <a:gd name="T1" fmla="*/ 259 h 346"/>
                <a:gd name="T2" fmla="*/ 170 w 328"/>
                <a:gd name="T3" fmla="*/ 278 h 346"/>
                <a:gd name="T4" fmla="*/ 217 w 328"/>
                <a:gd name="T5" fmla="*/ 265 h 346"/>
                <a:gd name="T6" fmla="*/ 241 w 328"/>
                <a:gd name="T7" fmla="*/ 236 h 346"/>
                <a:gd name="T8" fmla="*/ 321 w 328"/>
                <a:gd name="T9" fmla="*/ 236 h 346"/>
                <a:gd name="T10" fmla="*/ 262 w 328"/>
                <a:gd name="T11" fmla="*/ 320 h 346"/>
                <a:gd name="T12" fmla="*/ 167 w 328"/>
                <a:gd name="T13" fmla="*/ 346 h 346"/>
                <a:gd name="T14" fmla="*/ 97 w 328"/>
                <a:gd name="T15" fmla="*/ 333 h 346"/>
                <a:gd name="T16" fmla="*/ 45 w 328"/>
                <a:gd name="T17" fmla="*/ 298 h 346"/>
                <a:gd name="T18" fmla="*/ 11 w 328"/>
                <a:gd name="T19" fmla="*/ 243 h 346"/>
                <a:gd name="T20" fmla="*/ 0 w 328"/>
                <a:gd name="T21" fmla="*/ 173 h 346"/>
                <a:gd name="T22" fmla="*/ 12 w 328"/>
                <a:gd name="T23" fmla="*/ 105 h 346"/>
                <a:gd name="T24" fmla="*/ 46 w 328"/>
                <a:gd name="T25" fmla="*/ 50 h 346"/>
                <a:gd name="T26" fmla="*/ 99 w 328"/>
                <a:gd name="T27" fmla="*/ 13 h 346"/>
                <a:gd name="T28" fmla="*/ 167 w 328"/>
                <a:gd name="T29" fmla="*/ 0 h 346"/>
                <a:gd name="T30" fmla="*/ 240 w 328"/>
                <a:gd name="T31" fmla="*/ 16 h 346"/>
                <a:gd name="T32" fmla="*/ 291 w 328"/>
                <a:gd name="T33" fmla="*/ 60 h 346"/>
                <a:gd name="T34" fmla="*/ 320 w 328"/>
                <a:gd name="T35" fmla="*/ 122 h 346"/>
                <a:gd name="T36" fmla="*/ 327 w 328"/>
                <a:gd name="T37" fmla="*/ 195 h 346"/>
                <a:gd name="T38" fmla="*/ 90 w 328"/>
                <a:gd name="T39" fmla="*/ 195 h 346"/>
                <a:gd name="T40" fmla="*/ 112 w 328"/>
                <a:gd name="T41" fmla="*/ 259 h 346"/>
                <a:gd name="T42" fmla="*/ 214 w 328"/>
                <a:gd name="T43" fmla="*/ 86 h 346"/>
                <a:gd name="T44" fmla="*/ 165 w 328"/>
                <a:gd name="T45" fmla="*/ 68 h 346"/>
                <a:gd name="T46" fmla="*/ 129 w 328"/>
                <a:gd name="T47" fmla="*/ 75 h 346"/>
                <a:gd name="T48" fmla="*/ 106 w 328"/>
                <a:gd name="T49" fmla="*/ 93 h 346"/>
                <a:gd name="T50" fmla="*/ 94 w 328"/>
                <a:gd name="T51" fmla="*/ 116 h 346"/>
                <a:gd name="T52" fmla="*/ 90 w 328"/>
                <a:gd name="T53" fmla="*/ 138 h 346"/>
                <a:gd name="T54" fmla="*/ 236 w 328"/>
                <a:gd name="T55" fmla="*/ 138 h 346"/>
                <a:gd name="T56" fmla="*/ 214 w 328"/>
                <a:gd name="T57" fmla="*/ 8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8" h="346">
                  <a:moveTo>
                    <a:pt x="112" y="259"/>
                  </a:moveTo>
                  <a:cubicBezTo>
                    <a:pt x="126" y="272"/>
                    <a:pt x="145" y="278"/>
                    <a:pt x="170" y="278"/>
                  </a:cubicBezTo>
                  <a:cubicBezTo>
                    <a:pt x="189" y="278"/>
                    <a:pt x="204" y="274"/>
                    <a:pt x="217" y="265"/>
                  </a:cubicBezTo>
                  <a:cubicBezTo>
                    <a:pt x="230" y="255"/>
                    <a:pt x="239" y="246"/>
                    <a:pt x="241" y="236"/>
                  </a:cubicBezTo>
                  <a:cubicBezTo>
                    <a:pt x="321" y="236"/>
                    <a:pt x="321" y="236"/>
                    <a:pt x="321" y="236"/>
                  </a:cubicBezTo>
                  <a:cubicBezTo>
                    <a:pt x="308" y="275"/>
                    <a:pt x="289" y="303"/>
                    <a:pt x="262" y="320"/>
                  </a:cubicBezTo>
                  <a:cubicBezTo>
                    <a:pt x="236" y="337"/>
                    <a:pt x="204" y="346"/>
                    <a:pt x="167" y="346"/>
                  </a:cubicBezTo>
                  <a:cubicBezTo>
                    <a:pt x="141" y="346"/>
                    <a:pt x="118" y="341"/>
                    <a:pt x="97" y="333"/>
                  </a:cubicBezTo>
                  <a:cubicBezTo>
                    <a:pt x="77" y="325"/>
                    <a:pt x="59" y="313"/>
                    <a:pt x="45" y="298"/>
                  </a:cubicBezTo>
                  <a:cubicBezTo>
                    <a:pt x="30" y="283"/>
                    <a:pt x="19" y="264"/>
                    <a:pt x="11" y="243"/>
                  </a:cubicBezTo>
                  <a:cubicBezTo>
                    <a:pt x="3" y="222"/>
                    <a:pt x="0" y="199"/>
                    <a:pt x="0" y="173"/>
                  </a:cubicBezTo>
                  <a:cubicBezTo>
                    <a:pt x="0" y="149"/>
                    <a:pt x="4" y="126"/>
                    <a:pt x="12" y="105"/>
                  </a:cubicBezTo>
                  <a:cubicBezTo>
                    <a:pt x="20" y="84"/>
                    <a:pt x="31" y="65"/>
                    <a:pt x="46" y="50"/>
                  </a:cubicBezTo>
                  <a:cubicBezTo>
                    <a:pt x="61" y="35"/>
                    <a:pt x="78" y="22"/>
                    <a:pt x="99" y="13"/>
                  </a:cubicBezTo>
                  <a:cubicBezTo>
                    <a:pt x="119" y="5"/>
                    <a:pt x="142" y="0"/>
                    <a:pt x="167" y="0"/>
                  </a:cubicBezTo>
                  <a:cubicBezTo>
                    <a:pt x="195" y="0"/>
                    <a:pt x="219" y="6"/>
                    <a:pt x="240" y="16"/>
                  </a:cubicBezTo>
                  <a:cubicBezTo>
                    <a:pt x="261" y="27"/>
                    <a:pt x="278" y="42"/>
                    <a:pt x="291" y="60"/>
                  </a:cubicBezTo>
                  <a:cubicBezTo>
                    <a:pt x="305" y="78"/>
                    <a:pt x="314" y="99"/>
                    <a:pt x="320" y="122"/>
                  </a:cubicBezTo>
                  <a:cubicBezTo>
                    <a:pt x="326" y="145"/>
                    <a:pt x="328" y="170"/>
                    <a:pt x="327" y="195"/>
                  </a:cubicBezTo>
                  <a:cubicBezTo>
                    <a:pt x="90" y="195"/>
                    <a:pt x="90" y="195"/>
                    <a:pt x="90" y="195"/>
                  </a:cubicBezTo>
                  <a:cubicBezTo>
                    <a:pt x="91" y="224"/>
                    <a:pt x="98" y="245"/>
                    <a:pt x="112" y="259"/>
                  </a:cubicBezTo>
                  <a:close/>
                  <a:moveTo>
                    <a:pt x="214" y="86"/>
                  </a:moveTo>
                  <a:cubicBezTo>
                    <a:pt x="203" y="74"/>
                    <a:pt x="187" y="68"/>
                    <a:pt x="165" y="68"/>
                  </a:cubicBezTo>
                  <a:cubicBezTo>
                    <a:pt x="150" y="68"/>
                    <a:pt x="138" y="71"/>
                    <a:pt x="129" y="75"/>
                  </a:cubicBezTo>
                  <a:cubicBezTo>
                    <a:pt x="119" y="80"/>
                    <a:pt x="112" y="86"/>
                    <a:pt x="106" y="93"/>
                  </a:cubicBezTo>
                  <a:cubicBezTo>
                    <a:pt x="100" y="101"/>
                    <a:pt x="96" y="108"/>
                    <a:pt x="94" y="116"/>
                  </a:cubicBezTo>
                  <a:cubicBezTo>
                    <a:pt x="92" y="124"/>
                    <a:pt x="90" y="132"/>
                    <a:pt x="90" y="138"/>
                  </a:cubicBezTo>
                  <a:cubicBezTo>
                    <a:pt x="236" y="138"/>
                    <a:pt x="236" y="138"/>
                    <a:pt x="236" y="138"/>
                  </a:cubicBezTo>
                  <a:cubicBezTo>
                    <a:pt x="232" y="115"/>
                    <a:pt x="225" y="98"/>
                    <a:pt x="214" y="8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E1FB89B6-10AC-42EB-B7F3-14C6F4A687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30450" y="4491038"/>
              <a:ext cx="206375" cy="236538"/>
            </a:xfrm>
            <a:custGeom>
              <a:avLst/>
              <a:gdLst>
                <a:gd name="T0" fmla="*/ 92 w 304"/>
                <a:gd name="T1" fmla="*/ 256 h 346"/>
                <a:gd name="T2" fmla="*/ 107 w 304"/>
                <a:gd name="T3" fmla="*/ 273 h 346"/>
                <a:gd name="T4" fmla="*/ 129 w 304"/>
                <a:gd name="T5" fmla="*/ 283 h 346"/>
                <a:gd name="T6" fmla="*/ 155 w 304"/>
                <a:gd name="T7" fmla="*/ 286 h 346"/>
                <a:gd name="T8" fmla="*/ 175 w 304"/>
                <a:gd name="T9" fmla="*/ 284 h 346"/>
                <a:gd name="T10" fmla="*/ 194 w 304"/>
                <a:gd name="T11" fmla="*/ 277 h 346"/>
                <a:gd name="T12" fmla="*/ 208 w 304"/>
                <a:gd name="T13" fmla="*/ 264 h 346"/>
                <a:gd name="T14" fmla="*/ 214 w 304"/>
                <a:gd name="T15" fmla="*/ 244 h 346"/>
                <a:gd name="T16" fmla="*/ 187 w 304"/>
                <a:gd name="T17" fmla="*/ 213 h 346"/>
                <a:gd name="T18" fmla="*/ 112 w 304"/>
                <a:gd name="T19" fmla="*/ 193 h 346"/>
                <a:gd name="T20" fmla="*/ 73 w 304"/>
                <a:gd name="T21" fmla="*/ 183 h 346"/>
                <a:gd name="T22" fmla="*/ 40 w 304"/>
                <a:gd name="T23" fmla="*/ 167 h 346"/>
                <a:gd name="T24" fmla="*/ 16 w 304"/>
                <a:gd name="T25" fmla="*/ 142 h 346"/>
                <a:gd name="T26" fmla="*/ 8 w 304"/>
                <a:gd name="T27" fmla="*/ 106 h 346"/>
                <a:gd name="T28" fmla="*/ 20 w 304"/>
                <a:gd name="T29" fmla="*/ 53 h 346"/>
                <a:gd name="T30" fmla="*/ 53 w 304"/>
                <a:gd name="T31" fmla="*/ 21 h 346"/>
                <a:gd name="T32" fmla="*/ 98 w 304"/>
                <a:gd name="T33" fmla="*/ 5 h 346"/>
                <a:gd name="T34" fmla="*/ 150 w 304"/>
                <a:gd name="T35" fmla="*/ 0 h 346"/>
                <a:gd name="T36" fmla="*/ 202 w 304"/>
                <a:gd name="T37" fmla="*/ 5 h 346"/>
                <a:gd name="T38" fmla="*/ 247 w 304"/>
                <a:gd name="T39" fmla="*/ 22 h 346"/>
                <a:gd name="T40" fmla="*/ 280 w 304"/>
                <a:gd name="T41" fmla="*/ 54 h 346"/>
                <a:gd name="T42" fmla="*/ 295 w 304"/>
                <a:gd name="T43" fmla="*/ 105 h 346"/>
                <a:gd name="T44" fmla="*/ 210 w 304"/>
                <a:gd name="T45" fmla="*/ 105 h 346"/>
                <a:gd name="T46" fmla="*/ 190 w 304"/>
                <a:gd name="T47" fmla="*/ 70 h 346"/>
                <a:gd name="T48" fmla="*/ 148 w 304"/>
                <a:gd name="T49" fmla="*/ 60 h 346"/>
                <a:gd name="T50" fmla="*/ 131 w 304"/>
                <a:gd name="T51" fmla="*/ 61 h 346"/>
                <a:gd name="T52" fmla="*/ 115 w 304"/>
                <a:gd name="T53" fmla="*/ 66 h 346"/>
                <a:gd name="T54" fmla="*/ 103 w 304"/>
                <a:gd name="T55" fmla="*/ 75 h 346"/>
                <a:gd name="T56" fmla="*/ 98 w 304"/>
                <a:gd name="T57" fmla="*/ 91 h 346"/>
                <a:gd name="T58" fmla="*/ 107 w 304"/>
                <a:gd name="T59" fmla="*/ 111 h 346"/>
                <a:gd name="T60" fmla="*/ 130 w 304"/>
                <a:gd name="T61" fmla="*/ 123 h 346"/>
                <a:gd name="T62" fmla="*/ 163 w 304"/>
                <a:gd name="T63" fmla="*/ 132 h 346"/>
                <a:gd name="T64" fmla="*/ 200 w 304"/>
                <a:gd name="T65" fmla="*/ 140 h 346"/>
                <a:gd name="T66" fmla="*/ 238 w 304"/>
                <a:gd name="T67" fmla="*/ 151 h 346"/>
                <a:gd name="T68" fmla="*/ 272 w 304"/>
                <a:gd name="T69" fmla="*/ 167 h 346"/>
                <a:gd name="T70" fmla="*/ 295 w 304"/>
                <a:gd name="T71" fmla="*/ 193 h 346"/>
                <a:gd name="T72" fmla="*/ 304 w 304"/>
                <a:gd name="T73" fmla="*/ 232 h 346"/>
                <a:gd name="T74" fmla="*/ 291 w 304"/>
                <a:gd name="T75" fmla="*/ 286 h 346"/>
                <a:gd name="T76" fmla="*/ 257 w 304"/>
                <a:gd name="T77" fmla="*/ 321 h 346"/>
                <a:gd name="T78" fmla="*/ 209 w 304"/>
                <a:gd name="T79" fmla="*/ 340 h 346"/>
                <a:gd name="T80" fmla="*/ 154 w 304"/>
                <a:gd name="T81" fmla="*/ 346 h 346"/>
                <a:gd name="T82" fmla="*/ 98 w 304"/>
                <a:gd name="T83" fmla="*/ 340 h 346"/>
                <a:gd name="T84" fmla="*/ 50 w 304"/>
                <a:gd name="T85" fmla="*/ 321 h 346"/>
                <a:gd name="T86" fmla="*/ 15 w 304"/>
                <a:gd name="T87" fmla="*/ 286 h 346"/>
                <a:gd name="T88" fmla="*/ 0 w 304"/>
                <a:gd name="T89" fmla="*/ 231 h 346"/>
                <a:gd name="T90" fmla="*/ 86 w 304"/>
                <a:gd name="T91" fmla="*/ 231 h 346"/>
                <a:gd name="T92" fmla="*/ 92 w 304"/>
                <a:gd name="T93" fmla="*/ 25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4" h="346">
                  <a:moveTo>
                    <a:pt x="92" y="256"/>
                  </a:moveTo>
                  <a:cubicBezTo>
                    <a:pt x="96" y="263"/>
                    <a:pt x="101" y="268"/>
                    <a:pt x="107" y="273"/>
                  </a:cubicBezTo>
                  <a:cubicBezTo>
                    <a:pt x="114" y="277"/>
                    <a:pt x="121" y="281"/>
                    <a:pt x="129" y="283"/>
                  </a:cubicBezTo>
                  <a:cubicBezTo>
                    <a:pt x="137" y="285"/>
                    <a:pt x="146" y="286"/>
                    <a:pt x="155" y="286"/>
                  </a:cubicBezTo>
                  <a:cubicBezTo>
                    <a:pt x="161" y="286"/>
                    <a:pt x="168" y="285"/>
                    <a:pt x="175" y="284"/>
                  </a:cubicBezTo>
                  <a:cubicBezTo>
                    <a:pt x="182" y="282"/>
                    <a:pt x="188" y="280"/>
                    <a:pt x="194" y="277"/>
                  </a:cubicBezTo>
                  <a:cubicBezTo>
                    <a:pt x="200" y="273"/>
                    <a:pt x="204" y="269"/>
                    <a:pt x="208" y="264"/>
                  </a:cubicBezTo>
                  <a:cubicBezTo>
                    <a:pt x="212" y="259"/>
                    <a:pt x="214" y="252"/>
                    <a:pt x="214" y="244"/>
                  </a:cubicBezTo>
                  <a:cubicBezTo>
                    <a:pt x="214" y="230"/>
                    <a:pt x="205" y="220"/>
                    <a:pt x="187" y="213"/>
                  </a:cubicBezTo>
                  <a:cubicBezTo>
                    <a:pt x="169" y="207"/>
                    <a:pt x="144" y="200"/>
                    <a:pt x="112" y="193"/>
                  </a:cubicBezTo>
                  <a:cubicBezTo>
                    <a:pt x="99" y="190"/>
                    <a:pt x="86" y="187"/>
                    <a:pt x="73" y="183"/>
                  </a:cubicBezTo>
                  <a:cubicBezTo>
                    <a:pt x="61" y="179"/>
                    <a:pt x="50" y="173"/>
                    <a:pt x="40" y="167"/>
                  </a:cubicBezTo>
                  <a:cubicBezTo>
                    <a:pt x="30" y="160"/>
                    <a:pt x="22" y="152"/>
                    <a:pt x="16" y="142"/>
                  </a:cubicBezTo>
                  <a:cubicBezTo>
                    <a:pt x="11" y="132"/>
                    <a:pt x="8" y="120"/>
                    <a:pt x="8" y="106"/>
                  </a:cubicBezTo>
                  <a:cubicBezTo>
                    <a:pt x="8" y="84"/>
                    <a:pt x="12" y="67"/>
                    <a:pt x="20" y="53"/>
                  </a:cubicBezTo>
                  <a:cubicBezTo>
                    <a:pt x="28" y="40"/>
                    <a:pt x="39" y="29"/>
                    <a:pt x="53" y="21"/>
                  </a:cubicBezTo>
                  <a:cubicBezTo>
                    <a:pt x="66" y="14"/>
                    <a:pt x="81" y="8"/>
                    <a:pt x="98" y="5"/>
                  </a:cubicBezTo>
                  <a:cubicBezTo>
                    <a:pt x="115" y="2"/>
                    <a:pt x="133" y="0"/>
                    <a:pt x="150" y="0"/>
                  </a:cubicBezTo>
                  <a:cubicBezTo>
                    <a:pt x="168" y="0"/>
                    <a:pt x="185" y="2"/>
                    <a:pt x="202" y="5"/>
                  </a:cubicBezTo>
                  <a:cubicBezTo>
                    <a:pt x="219" y="9"/>
                    <a:pt x="234" y="14"/>
                    <a:pt x="247" y="22"/>
                  </a:cubicBezTo>
                  <a:cubicBezTo>
                    <a:pt x="260" y="30"/>
                    <a:pt x="271" y="41"/>
                    <a:pt x="280" y="54"/>
                  </a:cubicBezTo>
                  <a:cubicBezTo>
                    <a:pt x="288" y="68"/>
                    <a:pt x="294" y="85"/>
                    <a:pt x="295" y="105"/>
                  </a:cubicBezTo>
                  <a:cubicBezTo>
                    <a:pt x="210" y="105"/>
                    <a:pt x="210" y="105"/>
                    <a:pt x="210" y="105"/>
                  </a:cubicBezTo>
                  <a:cubicBezTo>
                    <a:pt x="208" y="88"/>
                    <a:pt x="202" y="76"/>
                    <a:pt x="190" y="70"/>
                  </a:cubicBezTo>
                  <a:cubicBezTo>
                    <a:pt x="178" y="64"/>
                    <a:pt x="164" y="60"/>
                    <a:pt x="148" y="60"/>
                  </a:cubicBezTo>
                  <a:cubicBezTo>
                    <a:pt x="143" y="60"/>
                    <a:pt x="137" y="61"/>
                    <a:pt x="131" y="61"/>
                  </a:cubicBezTo>
                  <a:cubicBezTo>
                    <a:pt x="125" y="62"/>
                    <a:pt x="120" y="63"/>
                    <a:pt x="115" y="66"/>
                  </a:cubicBezTo>
                  <a:cubicBezTo>
                    <a:pt x="110" y="68"/>
                    <a:pt x="106" y="71"/>
                    <a:pt x="103" y="75"/>
                  </a:cubicBezTo>
                  <a:cubicBezTo>
                    <a:pt x="99" y="79"/>
                    <a:pt x="98" y="84"/>
                    <a:pt x="98" y="91"/>
                  </a:cubicBezTo>
                  <a:cubicBezTo>
                    <a:pt x="98" y="99"/>
                    <a:pt x="101" y="106"/>
                    <a:pt x="107" y="111"/>
                  </a:cubicBezTo>
                  <a:cubicBezTo>
                    <a:pt x="113" y="116"/>
                    <a:pt x="120" y="120"/>
                    <a:pt x="130" y="123"/>
                  </a:cubicBezTo>
                  <a:cubicBezTo>
                    <a:pt x="139" y="126"/>
                    <a:pt x="150" y="129"/>
                    <a:pt x="163" y="132"/>
                  </a:cubicBezTo>
                  <a:cubicBezTo>
                    <a:pt x="175" y="134"/>
                    <a:pt x="187" y="137"/>
                    <a:pt x="200" y="140"/>
                  </a:cubicBezTo>
                  <a:cubicBezTo>
                    <a:pt x="213" y="143"/>
                    <a:pt x="226" y="146"/>
                    <a:pt x="238" y="151"/>
                  </a:cubicBezTo>
                  <a:cubicBezTo>
                    <a:pt x="251" y="155"/>
                    <a:pt x="262" y="160"/>
                    <a:pt x="272" y="167"/>
                  </a:cubicBezTo>
                  <a:cubicBezTo>
                    <a:pt x="281" y="174"/>
                    <a:pt x="289" y="183"/>
                    <a:pt x="295" y="193"/>
                  </a:cubicBezTo>
                  <a:cubicBezTo>
                    <a:pt x="301" y="204"/>
                    <a:pt x="304" y="217"/>
                    <a:pt x="304" y="232"/>
                  </a:cubicBezTo>
                  <a:cubicBezTo>
                    <a:pt x="304" y="253"/>
                    <a:pt x="300" y="272"/>
                    <a:pt x="291" y="286"/>
                  </a:cubicBezTo>
                  <a:cubicBezTo>
                    <a:pt x="282" y="301"/>
                    <a:pt x="271" y="313"/>
                    <a:pt x="257" y="321"/>
                  </a:cubicBezTo>
                  <a:cubicBezTo>
                    <a:pt x="243" y="330"/>
                    <a:pt x="227" y="337"/>
                    <a:pt x="209" y="340"/>
                  </a:cubicBezTo>
                  <a:cubicBezTo>
                    <a:pt x="191" y="344"/>
                    <a:pt x="173" y="346"/>
                    <a:pt x="154" y="346"/>
                  </a:cubicBezTo>
                  <a:cubicBezTo>
                    <a:pt x="135" y="346"/>
                    <a:pt x="117" y="344"/>
                    <a:pt x="98" y="340"/>
                  </a:cubicBezTo>
                  <a:cubicBezTo>
                    <a:pt x="80" y="336"/>
                    <a:pt x="64" y="330"/>
                    <a:pt x="50" y="321"/>
                  </a:cubicBezTo>
                  <a:cubicBezTo>
                    <a:pt x="36" y="312"/>
                    <a:pt x="24" y="300"/>
                    <a:pt x="15" y="286"/>
                  </a:cubicBezTo>
                  <a:cubicBezTo>
                    <a:pt x="6" y="271"/>
                    <a:pt x="1" y="253"/>
                    <a:pt x="0" y="231"/>
                  </a:cubicBezTo>
                  <a:cubicBezTo>
                    <a:pt x="86" y="231"/>
                    <a:pt x="86" y="231"/>
                    <a:pt x="86" y="231"/>
                  </a:cubicBezTo>
                  <a:cubicBezTo>
                    <a:pt x="86" y="240"/>
                    <a:pt x="88" y="249"/>
                    <a:pt x="92" y="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3E6B9B1D-1721-49CD-9807-AB8E27D7A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5875" y="4491038"/>
              <a:ext cx="206375" cy="236538"/>
            </a:xfrm>
            <a:custGeom>
              <a:avLst/>
              <a:gdLst>
                <a:gd name="T0" fmla="*/ 92 w 304"/>
                <a:gd name="T1" fmla="*/ 256 h 346"/>
                <a:gd name="T2" fmla="*/ 107 w 304"/>
                <a:gd name="T3" fmla="*/ 273 h 346"/>
                <a:gd name="T4" fmla="*/ 129 w 304"/>
                <a:gd name="T5" fmla="*/ 283 h 346"/>
                <a:gd name="T6" fmla="*/ 155 w 304"/>
                <a:gd name="T7" fmla="*/ 286 h 346"/>
                <a:gd name="T8" fmla="*/ 175 w 304"/>
                <a:gd name="T9" fmla="*/ 284 h 346"/>
                <a:gd name="T10" fmla="*/ 194 w 304"/>
                <a:gd name="T11" fmla="*/ 277 h 346"/>
                <a:gd name="T12" fmla="*/ 208 w 304"/>
                <a:gd name="T13" fmla="*/ 264 h 346"/>
                <a:gd name="T14" fmla="*/ 214 w 304"/>
                <a:gd name="T15" fmla="*/ 244 h 346"/>
                <a:gd name="T16" fmla="*/ 187 w 304"/>
                <a:gd name="T17" fmla="*/ 213 h 346"/>
                <a:gd name="T18" fmla="*/ 112 w 304"/>
                <a:gd name="T19" fmla="*/ 193 h 346"/>
                <a:gd name="T20" fmla="*/ 73 w 304"/>
                <a:gd name="T21" fmla="*/ 183 h 346"/>
                <a:gd name="T22" fmla="*/ 40 w 304"/>
                <a:gd name="T23" fmla="*/ 167 h 346"/>
                <a:gd name="T24" fmla="*/ 16 w 304"/>
                <a:gd name="T25" fmla="*/ 142 h 346"/>
                <a:gd name="T26" fmla="*/ 8 w 304"/>
                <a:gd name="T27" fmla="*/ 106 h 346"/>
                <a:gd name="T28" fmla="*/ 20 w 304"/>
                <a:gd name="T29" fmla="*/ 53 h 346"/>
                <a:gd name="T30" fmla="*/ 53 w 304"/>
                <a:gd name="T31" fmla="*/ 21 h 346"/>
                <a:gd name="T32" fmla="*/ 98 w 304"/>
                <a:gd name="T33" fmla="*/ 5 h 346"/>
                <a:gd name="T34" fmla="*/ 150 w 304"/>
                <a:gd name="T35" fmla="*/ 0 h 346"/>
                <a:gd name="T36" fmla="*/ 202 w 304"/>
                <a:gd name="T37" fmla="*/ 5 h 346"/>
                <a:gd name="T38" fmla="*/ 247 w 304"/>
                <a:gd name="T39" fmla="*/ 22 h 346"/>
                <a:gd name="T40" fmla="*/ 280 w 304"/>
                <a:gd name="T41" fmla="*/ 54 h 346"/>
                <a:gd name="T42" fmla="*/ 295 w 304"/>
                <a:gd name="T43" fmla="*/ 105 h 346"/>
                <a:gd name="T44" fmla="*/ 209 w 304"/>
                <a:gd name="T45" fmla="*/ 105 h 346"/>
                <a:gd name="T46" fmla="*/ 190 w 304"/>
                <a:gd name="T47" fmla="*/ 70 h 346"/>
                <a:gd name="T48" fmla="*/ 148 w 304"/>
                <a:gd name="T49" fmla="*/ 60 h 346"/>
                <a:gd name="T50" fmla="*/ 131 w 304"/>
                <a:gd name="T51" fmla="*/ 61 h 346"/>
                <a:gd name="T52" fmla="*/ 115 w 304"/>
                <a:gd name="T53" fmla="*/ 66 h 346"/>
                <a:gd name="T54" fmla="*/ 103 w 304"/>
                <a:gd name="T55" fmla="*/ 75 h 346"/>
                <a:gd name="T56" fmla="*/ 98 w 304"/>
                <a:gd name="T57" fmla="*/ 91 h 346"/>
                <a:gd name="T58" fmla="*/ 107 w 304"/>
                <a:gd name="T59" fmla="*/ 111 h 346"/>
                <a:gd name="T60" fmla="*/ 130 w 304"/>
                <a:gd name="T61" fmla="*/ 123 h 346"/>
                <a:gd name="T62" fmla="*/ 162 w 304"/>
                <a:gd name="T63" fmla="*/ 132 h 346"/>
                <a:gd name="T64" fmla="*/ 200 w 304"/>
                <a:gd name="T65" fmla="*/ 140 h 346"/>
                <a:gd name="T66" fmla="*/ 238 w 304"/>
                <a:gd name="T67" fmla="*/ 151 h 346"/>
                <a:gd name="T68" fmla="*/ 272 w 304"/>
                <a:gd name="T69" fmla="*/ 167 h 346"/>
                <a:gd name="T70" fmla="*/ 295 w 304"/>
                <a:gd name="T71" fmla="*/ 193 h 346"/>
                <a:gd name="T72" fmla="*/ 304 w 304"/>
                <a:gd name="T73" fmla="*/ 232 h 346"/>
                <a:gd name="T74" fmla="*/ 291 w 304"/>
                <a:gd name="T75" fmla="*/ 286 h 346"/>
                <a:gd name="T76" fmla="*/ 257 w 304"/>
                <a:gd name="T77" fmla="*/ 321 h 346"/>
                <a:gd name="T78" fmla="*/ 209 w 304"/>
                <a:gd name="T79" fmla="*/ 340 h 346"/>
                <a:gd name="T80" fmla="*/ 154 w 304"/>
                <a:gd name="T81" fmla="*/ 346 h 346"/>
                <a:gd name="T82" fmla="*/ 98 w 304"/>
                <a:gd name="T83" fmla="*/ 340 h 346"/>
                <a:gd name="T84" fmla="*/ 50 w 304"/>
                <a:gd name="T85" fmla="*/ 321 h 346"/>
                <a:gd name="T86" fmla="*/ 15 w 304"/>
                <a:gd name="T87" fmla="*/ 286 h 346"/>
                <a:gd name="T88" fmla="*/ 0 w 304"/>
                <a:gd name="T89" fmla="*/ 231 h 346"/>
                <a:gd name="T90" fmla="*/ 86 w 304"/>
                <a:gd name="T91" fmla="*/ 231 h 346"/>
                <a:gd name="T92" fmla="*/ 92 w 304"/>
                <a:gd name="T93" fmla="*/ 256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4" h="346">
                  <a:moveTo>
                    <a:pt x="92" y="256"/>
                  </a:moveTo>
                  <a:cubicBezTo>
                    <a:pt x="96" y="263"/>
                    <a:pt x="101" y="268"/>
                    <a:pt x="107" y="273"/>
                  </a:cubicBezTo>
                  <a:cubicBezTo>
                    <a:pt x="114" y="277"/>
                    <a:pt x="121" y="281"/>
                    <a:pt x="129" y="283"/>
                  </a:cubicBezTo>
                  <a:cubicBezTo>
                    <a:pt x="137" y="285"/>
                    <a:pt x="146" y="286"/>
                    <a:pt x="155" y="286"/>
                  </a:cubicBezTo>
                  <a:cubicBezTo>
                    <a:pt x="161" y="286"/>
                    <a:pt x="168" y="285"/>
                    <a:pt x="175" y="284"/>
                  </a:cubicBezTo>
                  <a:cubicBezTo>
                    <a:pt x="182" y="282"/>
                    <a:pt x="188" y="280"/>
                    <a:pt x="194" y="277"/>
                  </a:cubicBezTo>
                  <a:cubicBezTo>
                    <a:pt x="200" y="273"/>
                    <a:pt x="204" y="269"/>
                    <a:pt x="208" y="264"/>
                  </a:cubicBezTo>
                  <a:cubicBezTo>
                    <a:pt x="212" y="259"/>
                    <a:pt x="214" y="252"/>
                    <a:pt x="214" y="244"/>
                  </a:cubicBezTo>
                  <a:cubicBezTo>
                    <a:pt x="214" y="230"/>
                    <a:pt x="205" y="220"/>
                    <a:pt x="187" y="213"/>
                  </a:cubicBezTo>
                  <a:cubicBezTo>
                    <a:pt x="169" y="207"/>
                    <a:pt x="144" y="200"/>
                    <a:pt x="112" y="193"/>
                  </a:cubicBezTo>
                  <a:cubicBezTo>
                    <a:pt x="99" y="190"/>
                    <a:pt x="86" y="187"/>
                    <a:pt x="73" y="183"/>
                  </a:cubicBezTo>
                  <a:cubicBezTo>
                    <a:pt x="61" y="179"/>
                    <a:pt x="50" y="173"/>
                    <a:pt x="40" y="167"/>
                  </a:cubicBezTo>
                  <a:cubicBezTo>
                    <a:pt x="30" y="160"/>
                    <a:pt x="22" y="152"/>
                    <a:pt x="16" y="142"/>
                  </a:cubicBezTo>
                  <a:cubicBezTo>
                    <a:pt x="11" y="132"/>
                    <a:pt x="8" y="120"/>
                    <a:pt x="8" y="106"/>
                  </a:cubicBezTo>
                  <a:cubicBezTo>
                    <a:pt x="8" y="84"/>
                    <a:pt x="12" y="67"/>
                    <a:pt x="20" y="53"/>
                  </a:cubicBezTo>
                  <a:cubicBezTo>
                    <a:pt x="28" y="40"/>
                    <a:pt x="39" y="29"/>
                    <a:pt x="53" y="21"/>
                  </a:cubicBezTo>
                  <a:cubicBezTo>
                    <a:pt x="66" y="14"/>
                    <a:pt x="81" y="8"/>
                    <a:pt x="98" y="5"/>
                  </a:cubicBezTo>
                  <a:cubicBezTo>
                    <a:pt x="115" y="2"/>
                    <a:pt x="133" y="0"/>
                    <a:pt x="150" y="0"/>
                  </a:cubicBezTo>
                  <a:cubicBezTo>
                    <a:pt x="168" y="0"/>
                    <a:pt x="185" y="2"/>
                    <a:pt x="202" y="5"/>
                  </a:cubicBezTo>
                  <a:cubicBezTo>
                    <a:pt x="219" y="9"/>
                    <a:pt x="234" y="14"/>
                    <a:pt x="247" y="22"/>
                  </a:cubicBezTo>
                  <a:cubicBezTo>
                    <a:pt x="260" y="30"/>
                    <a:pt x="271" y="41"/>
                    <a:pt x="280" y="54"/>
                  </a:cubicBezTo>
                  <a:cubicBezTo>
                    <a:pt x="288" y="68"/>
                    <a:pt x="294" y="85"/>
                    <a:pt x="295" y="105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8" y="88"/>
                    <a:pt x="202" y="76"/>
                    <a:pt x="190" y="70"/>
                  </a:cubicBezTo>
                  <a:cubicBezTo>
                    <a:pt x="178" y="64"/>
                    <a:pt x="164" y="60"/>
                    <a:pt x="148" y="60"/>
                  </a:cubicBezTo>
                  <a:cubicBezTo>
                    <a:pt x="143" y="60"/>
                    <a:pt x="137" y="61"/>
                    <a:pt x="131" y="61"/>
                  </a:cubicBezTo>
                  <a:cubicBezTo>
                    <a:pt x="125" y="62"/>
                    <a:pt x="120" y="63"/>
                    <a:pt x="115" y="66"/>
                  </a:cubicBezTo>
                  <a:cubicBezTo>
                    <a:pt x="110" y="68"/>
                    <a:pt x="106" y="71"/>
                    <a:pt x="103" y="75"/>
                  </a:cubicBezTo>
                  <a:cubicBezTo>
                    <a:pt x="99" y="79"/>
                    <a:pt x="98" y="84"/>
                    <a:pt x="98" y="91"/>
                  </a:cubicBezTo>
                  <a:cubicBezTo>
                    <a:pt x="98" y="99"/>
                    <a:pt x="101" y="106"/>
                    <a:pt x="107" y="111"/>
                  </a:cubicBezTo>
                  <a:cubicBezTo>
                    <a:pt x="113" y="116"/>
                    <a:pt x="120" y="120"/>
                    <a:pt x="130" y="123"/>
                  </a:cubicBezTo>
                  <a:cubicBezTo>
                    <a:pt x="139" y="126"/>
                    <a:pt x="150" y="129"/>
                    <a:pt x="162" y="132"/>
                  </a:cubicBezTo>
                  <a:cubicBezTo>
                    <a:pt x="175" y="134"/>
                    <a:pt x="187" y="137"/>
                    <a:pt x="200" y="140"/>
                  </a:cubicBezTo>
                  <a:cubicBezTo>
                    <a:pt x="213" y="143"/>
                    <a:pt x="226" y="146"/>
                    <a:pt x="238" y="151"/>
                  </a:cubicBezTo>
                  <a:cubicBezTo>
                    <a:pt x="251" y="155"/>
                    <a:pt x="262" y="160"/>
                    <a:pt x="272" y="167"/>
                  </a:cubicBezTo>
                  <a:cubicBezTo>
                    <a:pt x="281" y="174"/>
                    <a:pt x="289" y="183"/>
                    <a:pt x="295" y="193"/>
                  </a:cubicBezTo>
                  <a:cubicBezTo>
                    <a:pt x="301" y="204"/>
                    <a:pt x="304" y="217"/>
                    <a:pt x="304" y="232"/>
                  </a:cubicBezTo>
                  <a:cubicBezTo>
                    <a:pt x="304" y="253"/>
                    <a:pt x="300" y="272"/>
                    <a:pt x="291" y="286"/>
                  </a:cubicBezTo>
                  <a:cubicBezTo>
                    <a:pt x="282" y="301"/>
                    <a:pt x="271" y="313"/>
                    <a:pt x="257" y="321"/>
                  </a:cubicBezTo>
                  <a:cubicBezTo>
                    <a:pt x="243" y="330"/>
                    <a:pt x="227" y="337"/>
                    <a:pt x="209" y="340"/>
                  </a:cubicBezTo>
                  <a:cubicBezTo>
                    <a:pt x="191" y="344"/>
                    <a:pt x="173" y="346"/>
                    <a:pt x="154" y="346"/>
                  </a:cubicBezTo>
                  <a:cubicBezTo>
                    <a:pt x="135" y="346"/>
                    <a:pt x="117" y="344"/>
                    <a:pt x="98" y="340"/>
                  </a:cubicBezTo>
                  <a:cubicBezTo>
                    <a:pt x="80" y="336"/>
                    <a:pt x="64" y="330"/>
                    <a:pt x="50" y="321"/>
                  </a:cubicBezTo>
                  <a:cubicBezTo>
                    <a:pt x="36" y="312"/>
                    <a:pt x="24" y="300"/>
                    <a:pt x="15" y="286"/>
                  </a:cubicBezTo>
                  <a:cubicBezTo>
                    <a:pt x="6" y="271"/>
                    <a:pt x="1" y="253"/>
                    <a:pt x="0" y="231"/>
                  </a:cubicBezTo>
                  <a:cubicBezTo>
                    <a:pt x="86" y="231"/>
                    <a:pt x="86" y="231"/>
                    <a:pt x="86" y="231"/>
                  </a:cubicBezTo>
                  <a:cubicBezTo>
                    <a:pt x="86" y="240"/>
                    <a:pt x="88" y="249"/>
                    <a:pt x="92" y="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4" name="Rectangle 13">
              <a:extLst>
                <a:ext uri="{FF2B5EF4-FFF2-40B4-BE49-F238E27FC236}">
                  <a16:creationId xmlns:a16="http://schemas.microsoft.com/office/drawing/2014/main" id="{3BF6698F-25C6-4D98-8BD0-8EE77A647FF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4325" y="4310063"/>
              <a:ext cx="514350" cy="514350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56E33B80-270E-429D-8746-588F411AF6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71488" y="4706938"/>
              <a:ext cx="63500" cy="74613"/>
            </a:xfrm>
            <a:custGeom>
              <a:avLst/>
              <a:gdLst>
                <a:gd name="T0" fmla="*/ 66 w 93"/>
                <a:gd name="T1" fmla="*/ 98 h 109"/>
                <a:gd name="T2" fmla="*/ 31 w 93"/>
                <a:gd name="T3" fmla="*/ 109 h 109"/>
                <a:gd name="T4" fmla="*/ 0 w 93"/>
                <a:gd name="T5" fmla="*/ 78 h 109"/>
                <a:gd name="T6" fmla="*/ 66 w 93"/>
                <a:gd name="T7" fmla="*/ 37 h 109"/>
                <a:gd name="T8" fmla="*/ 66 w 93"/>
                <a:gd name="T9" fmla="*/ 31 h 109"/>
                <a:gd name="T10" fmla="*/ 50 w 93"/>
                <a:gd name="T11" fmla="*/ 19 h 109"/>
                <a:gd name="T12" fmla="*/ 24 w 93"/>
                <a:gd name="T13" fmla="*/ 31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1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8 h 109"/>
                <a:gd name="T26" fmla="*/ 27 w 93"/>
                <a:gd name="T27" fmla="*/ 76 h 109"/>
                <a:gd name="T28" fmla="*/ 40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6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8"/>
                  </a:moveTo>
                  <a:cubicBezTo>
                    <a:pt x="55" y="105"/>
                    <a:pt x="44" y="109"/>
                    <a:pt x="31" y="109"/>
                  </a:cubicBezTo>
                  <a:cubicBezTo>
                    <a:pt x="11" y="109"/>
                    <a:pt x="0" y="96"/>
                    <a:pt x="0" y="78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6" y="24"/>
                    <a:pt x="60" y="19"/>
                    <a:pt x="50" y="19"/>
                  </a:cubicBezTo>
                  <a:cubicBezTo>
                    <a:pt x="39" y="19"/>
                    <a:pt x="30" y="24"/>
                    <a:pt x="24" y="3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1"/>
                  </a:cubicBezTo>
                  <a:cubicBezTo>
                    <a:pt x="93" y="31"/>
                    <a:pt x="93" y="107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8"/>
                  </a:lnTo>
                  <a:close/>
                  <a:moveTo>
                    <a:pt x="27" y="76"/>
                  </a:moveTo>
                  <a:cubicBezTo>
                    <a:pt x="27" y="83"/>
                    <a:pt x="32" y="90"/>
                    <a:pt x="40" y="90"/>
                  </a:cubicBezTo>
                  <a:cubicBezTo>
                    <a:pt x="48" y="90"/>
                    <a:pt x="57" y="86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8395EA3D-C719-4A3F-A131-4125CAAF79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863" y="4706938"/>
              <a:ext cx="63500" cy="73025"/>
            </a:xfrm>
            <a:custGeom>
              <a:avLst/>
              <a:gdLst>
                <a:gd name="T0" fmla="*/ 0 w 94"/>
                <a:gd name="T1" fmla="*/ 5 h 107"/>
                <a:gd name="T2" fmla="*/ 23 w 94"/>
                <a:gd name="T3" fmla="*/ 2 h 107"/>
                <a:gd name="T4" fmla="*/ 25 w 94"/>
                <a:gd name="T5" fmla="*/ 14 h 107"/>
                <a:gd name="T6" fmla="*/ 61 w 94"/>
                <a:gd name="T7" fmla="*/ 0 h 107"/>
                <a:gd name="T8" fmla="*/ 94 w 94"/>
                <a:gd name="T9" fmla="*/ 34 h 107"/>
                <a:gd name="T10" fmla="*/ 94 w 94"/>
                <a:gd name="T11" fmla="*/ 107 h 107"/>
                <a:gd name="T12" fmla="*/ 66 w 94"/>
                <a:gd name="T13" fmla="*/ 107 h 107"/>
                <a:gd name="T14" fmla="*/ 66 w 94"/>
                <a:gd name="T15" fmla="*/ 39 h 107"/>
                <a:gd name="T16" fmla="*/ 53 w 94"/>
                <a:gd name="T17" fmla="*/ 20 h 107"/>
                <a:gd name="T18" fmla="*/ 27 w 94"/>
                <a:gd name="T19" fmla="*/ 32 h 107"/>
                <a:gd name="T20" fmla="*/ 27 w 94"/>
                <a:gd name="T21" fmla="*/ 107 h 107"/>
                <a:gd name="T22" fmla="*/ 0 w 94"/>
                <a:gd name="T23" fmla="*/ 107 h 107"/>
                <a:gd name="T24" fmla="*/ 0 w 94"/>
                <a:gd name="T25" fmla="*/ 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7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1"/>
                    <a:pt x="94" y="34"/>
                  </a:cubicBezTo>
                  <a:cubicBezTo>
                    <a:pt x="94" y="107"/>
                    <a:pt x="94" y="107"/>
                    <a:pt x="94" y="107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0"/>
                    <a:pt x="53" y="20"/>
                  </a:cubicBezTo>
                  <a:cubicBezTo>
                    <a:pt x="45" y="20"/>
                    <a:pt x="37" y="24"/>
                    <a:pt x="27" y="32"/>
                  </a:cubicBezTo>
                  <a:cubicBezTo>
                    <a:pt x="27" y="107"/>
                    <a:pt x="27" y="107"/>
                    <a:pt x="27" y="107"/>
                  </a:cubicBezTo>
                  <a:cubicBezTo>
                    <a:pt x="0" y="107"/>
                    <a:pt x="0" y="107"/>
                    <a:pt x="0" y="107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2F535571-531A-419E-B5CF-90E57D4092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850" y="4706938"/>
              <a:ext cx="66675" cy="74613"/>
            </a:xfrm>
            <a:custGeom>
              <a:avLst/>
              <a:gdLst>
                <a:gd name="T0" fmla="*/ 49 w 97"/>
                <a:gd name="T1" fmla="*/ 109 h 109"/>
                <a:gd name="T2" fmla="*/ 0 w 97"/>
                <a:gd name="T3" fmla="*/ 55 h 109"/>
                <a:gd name="T4" fmla="*/ 49 w 97"/>
                <a:gd name="T5" fmla="*/ 0 h 109"/>
                <a:gd name="T6" fmla="*/ 97 w 97"/>
                <a:gd name="T7" fmla="*/ 54 h 109"/>
                <a:gd name="T8" fmla="*/ 97 w 97"/>
                <a:gd name="T9" fmla="*/ 59 h 109"/>
                <a:gd name="T10" fmla="*/ 27 w 97"/>
                <a:gd name="T11" fmla="*/ 59 h 109"/>
                <a:gd name="T12" fmla="*/ 52 w 97"/>
                <a:gd name="T13" fmla="*/ 89 h 109"/>
                <a:gd name="T14" fmla="*/ 76 w 97"/>
                <a:gd name="T15" fmla="*/ 75 h 109"/>
                <a:gd name="T16" fmla="*/ 96 w 97"/>
                <a:gd name="T17" fmla="*/ 87 h 109"/>
                <a:gd name="T18" fmla="*/ 49 w 97"/>
                <a:gd name="T19" fmla="*/ 109 h 109"/>
                <a:gd name="T20" fmla="*/ 70 w 97"/>
                <a:gd name="T21" fmla="*/ 41 h 109"/>
                <a:gd name="T22" fmla="*/ 49 w 97"/>
                <a:gd name="T23" fmla="*/ 19 h 109"/>
                <a:gd name="T24" fmla="*/ 28 w 97"/>
                <a:gd name="T25" fmla="*/ 41 h 109"/>
                <a:gd name="T26" fmla="*/ 70 w 97"/>
                <a:gd name="T27" fmla="*/ 4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09">
                  <a:moveTo>
                    <a:pt x="49" y="109"/>
                  </a:moveTo>
                  <a:cubicBezTo>
                    <a:pt x="18" y="109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79" y="0"/>
                    <a:pt x="97" y="19"/>
                    <a:pt x="97" y="54"/>
                  </a:cubicBezTo>
                  <a:cubicBezTo>
                    <a:pt x="97" y="55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79"/>
                    <a:pt x="36" y="89"/>
                    <a:pt x="52" y="89"/>
                  </a:cubicBezTo>
                  <a:cubicBezTo>
                    <a:pt x="62" y="89"/>
                    <a:pt x="69" y="85"/>
                    <a:pt x="76" y="75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09"/>
                    <a:pt x="49" y="109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ABAC7ED4-1A0E-41AD-ADE8-8AC89F3CA8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00" y="4706938"/>
              <a:ext cx="69850" cy="762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80" y="0"/>
                    <a:pt x="104" y="17"/>
                    <a:pt x="104" y="55"/>
                  </a:cubicBezTo>
                  <a:cubicBezTo>
                    <a:pt x="104" y="93"/>
                    <a:pt x="80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2" y="23"/>
                    <a:pt x="28" y="42"/>
                    <a:pt x="28" y="55"/>
                  </a:cubicBezTo>
                  <a:cubicBezTo>
                    <a:pt x="28" y="69"/>
                    <a:pt x="32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8B414238-7310-458E-9C15-9BD135B12B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450" y="4706938"/>
              <a:ext cx="41275" cy="74613"/>
            </a:xfrm>
            <a:custGeom>
              <a:avLst/>
              <a:gdLst>
                <a:gd name="T0" fmla="*/ 0 w 59"/>
                <a:gd name="T1" fmla="*/ 2 h 108"/>
                <a:gd name="T2" fmla="*/ 27 w 59"/>
                <a:gd name="T3" fmla="*/ 2 h 108"/>
                <a:gd name="T4" fmla="*/ 27 w 59"/>
                <a:gd name="T5" fmla="*/ 15 h 108"/>
                <a:gd name="T6" fmla="*/ 56 w 59"/>
                <a:gd name="T7" fmla="*/ 0 h 108"/>
                <a:gd name="T8" fmla="*/ 59 w 59"/>
                <a:gd name="T9" fmla="*/ 0 h 108"/>
                <a:gd name="T10" fmla="*/ 59 w 59"/>
                <a:gd name="T11" fmla="*/ 26 h 108"/>
                <a:gd name="T12" fmla="*/ 58 w 59"/>
                <a:gd name="T13" fmla="*/ 26 h 108"/>
                <a:gd name="T14" fmla="*/ 29 w 59"/>
                <a:gd name="T15" fmla="*/ 38 h 108"/>
                <a:gd name="T16" fmla="*/ 29 w 59"/>
                <a:gd name="T17" fmla="*/ 108 h 108"/>
                <a:gd name="T18" fmla="*/ 0 w 59"/>
                <a:gd name="T19" fmla="*/ 108 h 108"/>
                <a:gd name="T20" fmla="*/ 0 w 59"/>
                <a:gd name="T21" fmla="*/ 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2"/>
                  </a:moveTo>
                  <a:cubicBezTo>
                    <a:pt x="27" y="2"/>
                    <a:pt x="27" y="2"/>
                    <a:pt x="27" y="2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32" y="8"/>
                    <a:pt x="44" y="0"/>
                    <a:pt x="56" y="0"/>
                  </a:cubicBezTo>
                  <a:cubicBezTo>
                    <a:pt x="57" y="0"/>
                    <a:pt x="58" y="0"/>
                    <a:pt x="59" y="0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9" y="26"/>
                    <a:pt x="58" y="26"/>
                    <a:pt x="58" y="26"/>
                  </a:cubicBezTo>
                  <a:cubicBezTo>
                    <a:pt x="46" y="26"/>
                    <a:pt x="33" y="28"/>
                    <a:pt x="29" y="3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B156E558-F03B-4BE9-A819-A10409A46B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063" y="4706938"/>
              <a:ext cx="66675" cy="10160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49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8 h 149"/>
                <a:gd name="T16" fmla="*/ 3 w 98"/>
                <a:gd name="T17" fmla="*/ 122 h 149"/>
                <a:gd name="T18" fmla="*/ 30 w 98"/>
                <a:gd name="T19" fmla="*/ 118 h 149"/>
                <a:gd name="T20" fmla="*/ 50 w 98"/>
                <a:gd name="T21" fmla="*/ 128 h 149"/>
                <a:gd name="T22" fmla="*/ 71 w 98"/>
                <a:gd name="T23" fmla="*/ 105 h 149"/>
                <a:gd name="T24" fmla="*/ 71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3"/>
                    <a:pt x="72" y="49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8"/>
                  </a:cubicBezTo>
                  <a:cubicBezTo>
                    <a:pt x="26" y="149"/>
                    <a:pt x="7" y="140"/>
                    <a:pt x="3" y="122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1" y="121"/>
                    <a:pt x="71" y="105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sp>
          <p:nvSpPr>
            <p:cNvPr id="41" name="Freeform 20">
              <a:extLst>
                <a:ext uri="{FF2B5EF4-FFF2-40B4-BE49-F238E27FC236}">
                  <a16:creationId xmlns:a16="http://schemas.microsoft.com/office/drawing/2014/main" id="{8AD2F3D5-B988-4CEC-91D2-17A6371851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0413" y="4681538"/>
              <a:ext cx="49213" cy="23813"/>
            </a:xfrm>
            <a:custGeom>
              <a:avLst/>
              <a:gdLst>
                <a:gd name="T0" fmla="*/ 12 w 31"/>
                <a:gd name="T1" fmla="*/ 2 h 15"/>
                <a:gd name="T2" fmla="*/ 7 w 31"/>
                <a:gd name="T3" fmla="*/ 2 h 15"/>
                <a:gd name="T4" fmla="*/ 7 w 31"/>
                <a:gd name="T5" fmla="*/ 15 h 15"/>
                <a:gd name="T6" fmla="*/ 5 w 31"/>
                <a:gd name="T7" fmla="*/ 15 h 15"/>
                <a:gd name="T8" fmla="*/ 5 w 31"/>
                <a:gd name="T9" fmla="*/ 2 h 15"/>
                <a:gd name="T10" fmla="*/ 0 w 31"/>
                <a:gd name="T11" fmla="*/ 2 h 15"/>
                <a:gd name="T12" fmla="*/ 0 w 31"/>
                <a:gd name="T13" fmla="*/ 0 h 15"/>
                <a:gd name="T14" fmla="*/ 12 w 31"/>
                <a:gd name="T15" fmla="*/ 0 h 15"/>
                <a:gd name="T16" fmla="*/ 12 w 31"/>
                <a:gd name="T17" fmla="*/ 2 h 15"/>
                <a:gd name="T18" fmla="*/ 31 w 31"/>
                <a:gd name="T19" fmla="*/ 15 h 15"/>
                <a:gd name="T20" fmla="*/ 29 w 31"/>
                <a:gd name="T21" fmla="*/ 15 h 15"/>
                <a:gd name="T22" fmla="*/ 29 w 31"/>
                <a:gd name="T23" fmla="*/ 3 h 15"/>
                <a:gd name="T24" fmla="*/ 29 w 31"/>
                <a:gd name="T25" fmla="*/ 3 h 15"/>
                <a:gd name="T26" fmla="*/ 24 w 31"/>
                <a:gd name="T27" fmla="*/ 15 h 15"/>
                <a:gd name="T28" fmla="*/ 22 w 31"/>
                <a:gd name="T29" fmla="*/ 15 h 15"/>
                <a:gd name="T30" fmla="*/ 17 w 31"/>
                <a:gd name="T31" fmla="*/ 3 h 15"/>
                <a:gd name="T32" fmla="*/ 17 w 31"/>
                <a:gd name="T33" fmla="*/ 3 h 15"/>
                <a:gd name="T34" fmla="*/ 17 w 31"/>
                <a:gd name="T35" fmla="*/ 15 h 15"/>
                <a:gd name="T36" fmla="*/ 15 w 31"/>
                <a:gd name="T37" fmla="*/ 15 h 15"/>
                <a:gd name="T38" fmla="*/ 15 w 31"/>
                <a:gd name="T39" fmla="*/ 0 h 15"/>
                <a:gd name="T40" fmla="*/ 19 w 31"/>
                <a:gd name="T41" fmla="*/ 0 h 15"/>
                <a:gd name="T42" fmla="*/ 23 w 31"/>
                <a:gd name="T43" fmla="*/ 12 h 15"/>
                <a:gd name="T44" fmla="*/ 28 w 31"/>
                <a:gd name="T45" fmla="*/ 0 h 15"/>
                <a:gd name="T46" fmla="*/ 31 w 31"/>
                <a:gd name="T47" fmla="*/ 0 h 15"/>
                <a:gd name="T48" fmla="*/ 31 w 31"/>
                <a:gd name="T4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1" h="15">
                  <a:moveTo>
                    <a:pt x="12" y="2"/>
                  </a:moveTo>
                  <a:lnTo>
                    <a:pt x="7" y="2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2"/>
                  </a:lnTo>
                  <a:close/>
                  <a:moveTo>
                    <a:pt x="31" y="15"/>
                  </a:moveTo>
                  <a:lnTo>
                    <a:pt x="29" y="15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15"/>
                  </a:lnTo>
                  <a:lnTo>
                    <a:pt x="22" y="15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3" y="12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337236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2" y="356661"/>
            <a:ext cx="11353799" cy="5711825"/>
          </a:xfrm>
        </p:spPr>
        <p:txBody>
          <a:bodyPr/>
          <a:lstStyle>
            <a:lvl1pPr>
              <a:spcBef>
                <a:spcPts val="0"/>
              </a:spcBef>
              <a:defRPr sz="4000"/>
            </a:lvl1pPr>
            <a:lvl2pPr marL="482576" indent="-482576">
              <a:spcBef>
                <a:spcPts val="0"/>
              </a:spcBef>
              <a:buClrTx/>
              <a:buSzPct val="100000"/>
              <a:buFont typeface="+mj-lt"/>
              <a:buAutoNum type="arabicPeriod"/>
              <a:defRPr sz="40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contents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4579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18361" y="357719"/>
            <a:ext cx="8129119" cy="5710767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7333" baseline="0"/>
            </a:lvl1pPr>
            <a:lvl2pPr>
              <a:lnSpc>
                <a:spcPct val="85000"/>
              </a:lnSpc>
              <a:spcBef>
                <a:spcPts val="0"/>
              </a:spcBef>
              <a:defRPr sz="7333"/>
            </a:lvl2pPr>
            <a:lvl3pPr>
              <a:defRPr sz="7333"/>
            </a:lvl3pPr>
            <a:lvl4pPr>
              <a:defRPr sz="7333"/>
            </a:lvl4pPr>
            <a:lvl5pPr>
              <a:defRPr sz="7333"/>
            </a:lvl5pPr>
          </a:lstStyle>
          <a:p>
            <a:pPr lvl="0"/>
            <a:r>
              <a:rPr lang="en-US"/>
              <a:t>Click to edit section number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6022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17602" y="1574801"/>
            <a:ext cx="5290740" cy="4493683"/>
          </a:xfrm>
        </p:spPr>
        <p:txBody>
          <a:bodyPr>
            <a:normAutofit/>
          </a:bodyPr>
          <a:lstStyle>
            <a:lvl1pPr>
              <a:defRPr sz="1867" baseline="0"/>
            </a:lvl1pPr>
            <a:lvl2pPr>
              <a:defRPr sz="1867" baseline="0">
                <a:solidFill>
                  <a:schemeClr val="tx1"/>
                </a:solidFill>
              </a:defRPr>
            </a:lvl2pPr>
            <a:lvl3pPr>
              <a:defRPr sz="1867" baseline="0">
                <a:solidFill>
                  <a:schemeClr val="tx1"/>
                </a:solidFill>
              </a:defRPr>
            </a:lvl3pPr>
            <a:lvl4pPr>
              <a:defRPr sz="1867" baseline="0">
                <a:solidFill>
                  <a:schemeClr val="tx1"/>
                </a:solidFill>
              </a:defRPr>
            </a:lvl4pPr>
            <a:lvl5pPr>
              <a:defRPr sz="1867" baseline="0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86393" y="1574801"/>
            <a:ext cx="5286507" cy="4493683"/>
          </a:xfrm>
        </p:spPr>
        <p:txBody>
          <a:bodyPr>
            <a:normAutofit/>
          </a:bodyPr>
          <a:lstStyle>
            <a:lvl1pPr>
              <a:defRPr sz="1867"/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1867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17599" y="357717"/>
            <a:ext cx="11355300" cy="98848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44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16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sz="2667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80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89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971" y="452970"/>
            <a:ext cx="11294532" cy="5507567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4000">
                <a:solidFill>
                  <a:srgbClr val="FF6600"/>
                </a:solidFill>
                <a:latin typeface="Helvetica 75 Bold" panose="020B0804020202020204" pitchFamily="34" charset="0"/>
              </a:defRPr>
            </a:lvl1pPr>
            <a:lvl2pPr marL="535477" indent="-535477">
              <a:lnSpc>
                <a:spcPct val="85000"/>
              </a:lnSpc>
              <a:spcAft>
                <a:spcPts val="0"/>
              </a:spcAft>
              <a:buFont typeface="+mj-lt"/>
              <a:buAutoNum type="arabicPeriod"/>
              <a:defRPr sz="4000">
                <a:latin typeface="Helvetica 75 Bold" panose="020B0804020202020204" pitchFamily="34" charset="0"/>
              </a:defRPr>
            </a:lvl2pPr>
            <a:lvl3pPr marL="0" indent="0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3pPr>
            <a:lvl4pPr marL="0" indent="0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4pPr>
            <a:lvl5pPr marL="0" indent="0">
              <a:lnSpc>
                <a:spcPct val="85000"/>
              </a:lnSpc>
              <a:spcAft>
                <a:spcPts val="1067"/>
              </a:spcAft>
              <a:buFont typeface="+mj-lt"/>
              <a:buNone/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7679808"/>
      </p:ext>
    </p:extLst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510078"/>
      </p:ext>
    </p:extLst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>
            <p:ph type="title" hasCustomPrompt="1"/>
          </p:nvPr>
        </p:nvSpPr>
        <p:spPr>
          <a:xfrm>
            <a:off x="759885" y="762002"/>
            <a:ext cx="10668000" cy="7598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89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_Pixel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ixels">
            <a:extLst>
              <a:ext uri="{FF2B5EF4-FFF2-40B4-BE49-F238E27FC236}">
                <a16:creationId xmlns:a16="http://schemas.microsoft.com/office/drawing/2014/main" id="{80023CF7-7612-8302-F95B-0871E6544CE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" y="0"/>
            <a:ext cx="12192000" cy="6858000"/>
            <a:chOff x="0" y="0"/>
            <a:chExt cx="9144000" cy="5143500"/>
          </a:xfrm>
          <a:solidFill>
            <a:schemeClr val="bg1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CC2E27B-4395-7DF3-6D83-759A410A0A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BF3D1FD-D1E4-FFA4-6940-83AB4F678D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30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C8E39FF-3524-AEA5-18EC-EAEB91C7FD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60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1819311-1017-0AB7-26F6-F2420B7F1C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290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3EB674F-5D48-8DFD-1485-B89760ACF3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720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57E337E-130C-3CA5-9EC8-0EDD44060F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83EDB89-955F-2CE4-3342-BD6138DC89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580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tx1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ABE0AFD-E86B-2118-991D-E4743DD42F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010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84DEBAA-C802-7978-083A-DAC033EDB7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9B3A7F1-9EBC-8709-C2A7-8CE497D300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145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36CADF-E1B5-45DE-22F1-5BF0E00B97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75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BFA19A1-E498-4764-62E9-D42DB52BDD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005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7BC41C-70A5-3BD8-9943-67ADE27957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435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bg1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226CD17-7C08-90E4-8776-B1DF1D2EA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865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78C7BAC-D52C-901A-0CE8-0688DC7279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295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accent1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9320A07-E23B-606D-EF1D-BC8C0C2140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25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7451A6B-C7AE-AF4C-AA48-EC8677F3DE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bg1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C6B2764-FA46-2EAA-0A27-2D3A30A033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30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F7588DD-7150-F5B4-E02A-F3019E326C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60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34CDA98-79DE-3F77-162B-CA755D5C3D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290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11C1296-B7D7-330C-E227-96D9970038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720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94902A0-9A51-B61C-0257-384D262696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9B6248-FB82-5581-D52B-70EB740D4E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580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932B7F-7982-771A-BD08-9D0CABBB4F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010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F4DE5F-C1C7-465C-D290-6334C9A347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276BAD6-AB43-684E-73A2-D8B57DD77B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145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69A8C06-9B23-DE0F-0350-26AE469FA8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75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AAFF054-CEAC-9A3F-3F43-7BE334A7BB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005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4D45256-CBD4-8A2E-D3D0-112FA2B112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435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2DE4B20-11C7-2D0A-6DFA-3D2E2072C1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865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27D7E1C-FAAD-C77F-0C5F-DD9489B7CF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295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DE50B40-52C1-23E8-73BD-0A1A7D59EC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25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CFDC0E6-F85A-205E-D18F-6307FCF914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F70D294-5F33-51AC-A6C6-49C8EB03AA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30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80994CA-8A30-FC83-048F-D174251414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60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4CF7AB2-1246-4B2F-7054-7671CE93D6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290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9420820-55B2-EA10-2AC5-4975425FEE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720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D48F02F-AF54-2AC1-1605-15032403D2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034E841-463A-B027-D7E3-5E1D6085A0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580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9A70D11-45BE-358E-F40B-DA8161BB0A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010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8761792-DDDD-0152-87D3-2CF1A7D1AE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7F7F604-F78E-13EC-0203-222DC85FB3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145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87C8C18-1435-2735-6ED0-C5E091F218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75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821AA03-DD7F-2B50-D3B3-9A2FD37175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005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3AC04AD-E10C-8E4E-44D8-BC65BED07C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435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09F9026-EF4B-D92E-65BB-86B8567FDC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865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67241AA-9AE7-67B5-4E25-AE7C5C8C74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295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45381A8-046B-F882-0748-4832EC5AF8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25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F05B54F-920A-F602-935C-E62E65618E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C03D694-5D5A-DD1A-FB8E-A7660B147F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30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599918C-ED60-FB7B-A4A4-A03D969549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60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C6C59C7-A001-90B4-6F66-597B0734E3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290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AE5578A-BC59-D541-F5F1-3FFD29736D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720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CDC8994-3B1C-0738-1136-9B6E52D830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F61E12A-991B-1F4A-F902-CBBD88A193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580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5079015-6549-AF08-5E10-5A4938CCD6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010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8701BD1-533C-9ED1-4ACE-232AE02BAE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1ED5217-F411-3B42-E32B-50C36D5403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75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84AD2B3-D824-BB8C-7FD2-62124C415F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005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47FA811-9DFA-B32A-D40E-4B88BAA5BD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435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BCCD7EF-0967-E1EB-B086-738291DED9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865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390D45E-2963-82EC-15E7-9D73414DEB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295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48C3B9B-3B93-6831-028E-A7D76A0731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25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9F77C2D-F840-7A93-C5C9-46C94C8E67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59089B3-DD8A-FE1B-E908-F31B31F86D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60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5E057D9-9417-08B3-8B6A-E1A62D9E6C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290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B41A78A-F325-CF84-B92A-01A0BD910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720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13D7E1A-8A3A-7703-D119-443B594508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11E442C-4D1A-3BB4-8DAA-5D1454E732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580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211162C-74A0-027D-B85E-56FDC2B232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010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3F45091-4BC0-73EE-EA5A-1F2ABB8257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CD6293C-0CE2-C415-FCBE-F9ABBE6FE5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145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0C102CA-C208-A8EE-BA75-5BFEEBADF1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75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4E7B816-860F-35C8-59D8-E56885221A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005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61846AC-72B2-6C46-F69D-077279F6C1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435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1CC8753-D5E6-3E2D-A888-1CAD30F829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865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A7B2C34-C34D-AB15-723B-CD77272838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295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E0757D6-B1D6-F89B-2D02-71AA5BB924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2500" y="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accent1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0334527-0542-818E-A262-4F93FB9954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FF000A8-D1F6-DA97-CC02-ED8D460673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30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38CED25-E683-45CF-DA19-9C33DB93CD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60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57E25A7-5EAB-01FB-0A6F-2B6B507432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290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4447D5E-5D2D-4342-9CBF-DF4019CD14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720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C5865A3-8F59-6B6E-C357-4AD0F556B7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271EF2F-866F-7175-53EE-974C360FEA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580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1721EC79-70AB-0218-8BF8-E212E88F5A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01000" y="571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827C38A-67E2-D2F8-FECC-BEF934D64A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CA95EDE-71D9-386C-BBCA-91C2AE7295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145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B52AEE2-FCED-0818-4E87-95D1EB52BC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75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483F5A3-BBF5-FC1C-266A-AA3CC08806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005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91B9CAE-6053-3DCD-5D66-A73F2847D4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435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E308FCFC-318D-BDAC-0E2B-5E68E436C8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865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1D8461E9-6AC1-0098-8E91-671DB96252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295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D32566D-9751-D225-60C7-2100199323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2500" y="1143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F655500-79D6-9DC4-70CE-10DC269B73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D03A24A-587A-80B7-01FB-EDF7BA1D2B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30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807F1A9-D8DC-2259-38E3-E1A586638C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60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091CF0D-6EBB-FF5C-73F9-DF66C29C93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290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6EDCD40-4DDA-8572-3C97-0F37E489B5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720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4EE5A66-82EA-2384-4E75-3CC27B0F8B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82A4D2E-BC81-96C5-B12C-A97B252378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580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95031E4-CB09-5632-2DA0-13293FD840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01000" y="1714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tx1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0FB815D-8F5C-9EA1-0F4A-B5D909FB56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18F29B0-D6E1-2229-2370-3E8460226B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145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FA7F96C-0C88-D338-88FA-D26F585E7D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75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F8F4EC2-2FAB-823C-7EC5-3673407349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005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978B74-AB94-9D8F-EB55-F5783CF414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435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C82555F-155F-DAC6-6ECB-36327794E8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865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C116666-DD88-9AE5-F779-7A916A095F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2500" y="2286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79B31EB4-74A7-AB80-4593-B0808D817A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CB7C084-F201-184F-7617-012EA74E97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30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6A7C405-AAAE-D87C-0620-ADBF691317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60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658F4CD-502A-C806-0758-B3EF664FEE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290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367FC40-B4FC-0A60-C9F4-B0C28D6988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720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18CEFC2-17D7-6812-7A6C-B00B43E592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8730C2C-3711-E24A-35C8-3633AFFDB0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580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11CE659-D33E-CDC6-1133-5410B9F847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01000" y="2857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29FA526-997D-F4BA-9F8D-AD621E64B3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77439E6-5198-7972-3A2F-3C82594115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145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99E6C473-9BD7-4229-1100-3FC2FDEB89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75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EE488029-0F68-9CFB-E563-FA20792B9D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005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F1AB9CB-EA5A-0762-0F38-6F0CFFE2F7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435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BE4A77-58F4-F721-D5DD-AE7CAE03D8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865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321ADAB-8DE9-75A7-5E76-213AC43BC4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295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CAB55D8-1918-C127-A3D7-45150BD9E3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2500" y="3429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chemeClr val="accent1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AE634EBE-DA43-C9AB-2BCF-7129F9CD7D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30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DB5EEBD-9F1B-969B-3CD1-5FA7041AEE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60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5FFC0DC-5D04-7E6E-8942-A54EE12732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290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8AEF6A8-4B36-1347-82D4-E289682AE0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720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E9EDB2E-2B26-BF13-DE0C-03C34976AF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70177017-D377-6C8D-D133-87EC426EBF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001000" y="40005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DFC8E38E-913F-7847-1CC9-D658B9FED1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715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7EFD555E-8176-A056-888F-B20E0827EB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145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6394B1D-A285-996A-F6D6-DC7C726C00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575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E93ED34-3545-73E3-7877-62D36C40BF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0005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E6AF441-FF31-C26E-31DD-C730F683A0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865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5D1F43D-ADDF-79E6-A915-4739194514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2500" y="4572000"/>
              <a:ext cx="571500" cy="571500"/>
            </a:xfrm>
            <a:custGeom>
              <a:avLst/>
              <a:gdLst>
                <a:gd name="connsiteX0" fmla="*/ 0 w 571500"/>
                <a:gd name="connsiteY0" fmla="*/ 0 h 571500"/>
                <a:gd name="connsiteX1" fmla="*/ 571500 w 571500"/>
                <a:gd name="connsiteY1" fmla="*/ 0 h 571500"/>
                <a:gd name="connsiteX2" fmla="*/ 571500 w 571500"/>
                <a:gd name="connsiteY2" fmla="*/ 571500 h 571500"/>
                <a:gd name="connsiteX3" fmla="*/ 0 w 571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2400"/>
            </a:p>
          </p:txBody>
        </p:sp>
      </p:grpSp>
      <p:sp>
        <p:nvSpPr>
          <p:cNvPr id="3" name="Content Placeholder"/>
          <p:cNvSpPr>
            <a:spLocks noGrp="1"/>
          </p:cNvSpPr>
          <p:nvPr>
            <p:ph idx="1" hasCustomPrompt="1"/>
          </p:nvPr>
        </p:nvSpPr>
        <p:spPr>
          <a:xfrm>
            <a:off x="759886" y="1907123"/>
            <a:ext cx="8001001" cy="3047999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GB"/>
              <a:t>Sixth level</a:t>
            </a:r>
          </a:p>
        </p:txBody>
      </p:sp>
      <p:sp>
        <p:nvSpPr>
          <p:cNvPr id="2" name="Text Placeholder"/>
          <p:cNvSpPr>
            <a:spLocks noGrp="1"/>
          </p:cNvSpPr>
          <p:nvPr>
            <p:ph type="title" hasCustomPrompt="1"/>
          </p:nvPr>
        </p:nvSpPr>
        <p:spPr>
          <a:xfrm>
            <a:off x="759886" y="762003"/>
            <a:ext cx="8001001" cy="7598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Edit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88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9100" y="1579035"/>
            <a:ext cx="11353800" cy="4487333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fr-FR" noProof="0"/>
              <a:t>Cliquez pour modifier le texte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  <a:p>
            <a:pPr lvl="5"/>
            <a:r>
              <a:rPr lang="fr-FR" noProof="0"/>
              <a:t>Sixième niveau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noProof="0"/>
              <a:t>Cliquez pour modifier le titre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826060" y="6332196"/>
            <a:ext cx="981038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1067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</a:p>
        </p:txBody>
      </p:sp>
    </p:spTree>
    <p:extLst>
      <p:ext uri="{BB962C8B-B14F-4D97-AF65-F5344CB8AC3E}">
        <p14:creationId xmlns:p14="http://schemas.microsoft.com/office/powerpoint/2010/main" val="229540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601" y="357717"/>
            <a:ext cx="11355300" cy="9884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601" y="1574801"/>
            <a:ext cx="11355300" cy="44936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419100" y="6047314"/>
            <a:ext cx="366680" cy="446615"/>
          </a:xfrm>
          <a:prstGeom prst="rect">
            <a:avLst/>
          </a:prstGeom>
        </p:spPr>
        <p:txBody>
          <a:bodyPr wrap="square" lIns="96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6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1067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12191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6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1067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D40933-C1DE-B333-5CE7-204BAD91B35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>
                    <a:alpha val="50000"/>
                  </a:srgbClr>
                </a:solidFill>
                <a:latin typeface="Helvetica 75 Bold" panose="02000803050000020004" pitchFamily="2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24017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1219170" rtl="0" eaLnBrk="1" latinLnBrk="0" hangingPunct="1">
        <a:lnSpc>
          <a:spcPct val="90000"/>
        </a:lnSpc>
        <a:spcBef>
          <a:spcPct val="0"/>
        </a:spcBef>
        <a:buNone/>
        <a:defRPr sz="2667" kern="1200" spc="-27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867" kern="1200" spc="-27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121917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defRPr sz="1867" kern="1200" spc="-27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241294" indent="-241294" algn="l" defTabSz="1219170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§"/>
        <a:defRPr sz="1867" kern="1200" spc="-27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543970" indent="-253994" algn="l" defTabSz="121917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867" kern="1200" spc="-27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793731" indent="-230712" algn="l" defTabSz="121917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867" kern="1200" spc="-27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1066773" indent="-253994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D0DC20-0F24-634D-8DD4-916E271C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8EB4B2-3ACA-412D-2256-3B0759256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24BCA5-7F89-724C-4EF9-B91EF7DB7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13BC2-B659-40C9-BCF0-130A96515741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B172B1-6BD8-EC37-2482-7B69F7365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CD9BFA-0D7E-B738-E0C1-7ACDF1742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9252A-7596-4244-8EA4-C83FC52FAEBE}" type="slidenum">
              <a:rPr lang="fr-FR" smtClean="0"/>
              <a:t>‹#›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EF2E35-2E66-E598-2D2B-4403B5ECD6E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>
                    <a:alpha val="50000"/>
                  </a:srgbClr>
                </a:solidFill>
                <a:latin typeface="Helvetica 75 Bold" panose="02000803050000020004" pitchFamily="2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106902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602" y="357717"/>
            <a:ext cx="11355300" cy="9884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602" y="1574802"/>
            <a:ext cx="11355300" cy="44936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GB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419100" y="6047315"/>
            <a:ext cx="366680" cy="446615"/>
          </a:xfrm>
          <a:prstGeom prst="rect">
            <a:avLst/>
          </a:prstGeom>
        </p:spPr>
        <p:txBody>
          <a:bodyPr wrap="square" lIns="96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4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6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1067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121914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6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1067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DC4D2-1E44-4329-86DC-2A42664C7B6E}"/>
              </a:ext>
            </a:extLst>
          </p:cNvPr>
          <p:cNvSpPr txBox="1"/>
          <p:nvPr userDrawn="1"/>
        </p:nvSpPr>
        <p:spPr>
          <a:xfrm>
            <a:off x="826062" y="6332196"/>
            <a:ext cx="787075" cy="16421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1067" b="0" i="0" u="none" strike="noStrike" kern="120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Confidential</a:t>
            </a:r>
          </a:p>
        </p:txBody>
      </p:sp>
      <p:sp>
        <p:nvSpPr>
          <p:cNvPr id="6" name="MSIPCMContentMarking" descr="{&quot;HashCode&quot;:-309203560,&quot;Placement&quot;:&quot;Footer&quot;,&quot;Top&quot;:523.8,&quot;Left&quot;:435.058655,&quot;SlideWidth&quot;:960,&quot;SlideHeight&quot;:540}">
            <a:extLst>
              <a:ext uri="{FF2B5EF4-FFF2-40B4-BE49-F238E27FC236}">
                <a16:creationId xmlns:a16="http://schemas.microsoft.com/office/drawing/2014/main" id="{61BD2377-3231-4F6C-96D0-167210816122}"/>
              </a:ext>
            </a:extLst>
          </p:cNvPr>
          <p:cNvSpPr txBox="1"/>
          <p:nvPr userDrawn="1"/>
        </p:nvSpPr>
        <p:spPr>
          <a:xfrm>
            <a:off x="5525246" y="6693577"/>
            <a:ext cx="1141511" cy="123111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  <a:endParaRPr lang="fr-FR" sz="800" err="1">
              <a:solidFill>
                <a:srgbClr val="ED7D31"/>
              </a:solidFill>
              <a:latin typeface="Helvetica 75 Bold" panose="020B08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3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10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1219140" rtl="0" eaLnBrk="1" latinLnBrk="0" hangingPunct="1">
        <a:lnSpc>
          <a:spcPct val="90000"/>
        </a:lnSpc>
        <a:spcBef>
          <a:spcPct val="0"/>
        </a:spcBef>
        <a:buNone/>
        <a:defRPr sz="2667" kern="1200" spc="-27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121914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867" kern="1200" spc="-27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1219140" rtl="0" eaLnBrk="1" latinLnBrk="0" hangingPunct="1">
        <a:lnSpc>
          <a:spcPct val="90000"/>
        </a:lnSpc>
        <a:spcBef>
          <a:spcPts val="800"/>
        </a:spcBef>
        <a:buClr>
          <a:schemeClr val="bg1"/>
        </a:buClr>
        <a:buSzPct val="25000"/>
        <a:buFont typeface="Calibri" panose="020F0502020204030204" pitchFamily="34" charset="0"/>
        <a:buNone/>
        <a:defRPr sz="1867" kern="1200" spc="-27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241289" indent="-241289" algn="l" defTabSz="1219140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Font typeface="Wingdings" panose="05000000000000000000" pitchFamily="2" charset="2"/>
        <a:buChar char="§"/>
        <a:defRPr sz="1867" kern="1200" spc="-27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543957" indent="-253988" algn="l" defTabSz="121914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867" kern="1200" spc="-27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793711" indent="-230706" algn="l" defTabSz="121914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867" kern="1200" spc="-27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1066747" indent="-253988" algn="l" defTabSz="121914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BFAB6-35FC-A573-DDA9-248B1B40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08845F4-6422-9414-B1C1-E184DDB7A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58F5B410-EB06-A113-EFE0-2FE2164C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91" y="572405"/>
            <a:ext cx="11783617" cy="7744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latin typeface="Helvetica 75 Bold" panose="020B0804020202020204" pitchFamily="34" charset="0"/>
              </a:rPr>
              <a:t>CSU Prime Dashboard – </a:t>
            </a:r>
            <a:r>
              <a:rPr lang="en-US" sz="3600" b="1" dirty="0">
                <a:latin typeface="Helvetica 75 Bold" panose="020B0804020202020204" pitchFamily="34" charset="0"/>
              </a:rPr>
              <a:t>July &amp; August </a:t>
            </a:r>
            <a:r>
              <a:rPr lang="en-US" sz="3600" b="1" kern="1200" dirty="0">
                <a:latin typeface="Helvetica 75 Bold" panose="020B0804020202020204" pitchFamily="34" charset="0"/>
              </a:rPr>
              <a:t>2026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0AD75F6-DE14-8D4E-7D61-0BB8FAEB5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51" y="1687336"/>
            <a:ext cx="7626742" cy="51437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4C8519D-4D6F-2532-53CD-7F0B53FE6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19" y="2603398"/>
            <a:ext cx="3903496" cy="321128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78BDDB4-78E1-BE04-C462-8BC2E6C88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892" y="2590800"/>
            <a:ext cx="6759757" cy="321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9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theme1.xml><?xml version="1.0" encoding="utf-8"?>
<a:theme xmlns:a="http://schemas.openxmlformats.org/drawingml/2006/main" name="1_ORA Template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1_Thème Office">
  <a:themeElements>
    <a:clrScheme name="OAB">
      <a:dk1>
        <a:srgbClr val="000000"/>
      </a:dk1>
      <a:lt1>
        <a:srgbClr val="FFFFFF"/>
      </a:lt1>
      <a:dk2>
        <a:srgbClr val="595959"/>
      </a:dk2>
      <a:lt2>
        <a:srgbClr val="FFFFFF"/>
      </a:lt2>
      <a:accent1>
        <a:srgbClr val="FF7900"/>
      </a:accent1>
      <a:accent2>
        <a:srgbClr val="4BB4E6"/>
      </a:accent2>
      <a:accent3>
        <a:srgbClr val="9164CD"/>
      </a:accent3>
      <a:accent4>
        <a:srgbClr val="50BE87"/>
      </a:accent4>
      <a:accent5>
        <a:srgbClr val="FFB4E6"/>
      </a:accent5>
      <a:accent6>
        <a:srgbClr val="FFDC00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lack Master 2023">
  <a:themeElements>
    <a:clrScheme name="Orange BLK Secondary">
      <a:dk1>
        <a:srgbClr val="FFFFFF"/>
      </a:dk1>
      <a:lt1>
        <a:srgbClr val="000000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22BB5982-6002-40D2-8F3F-3CDBE7F48A61}" vid="{97D4D3ED-50E4-4DC3-BD97-53A507457FDC}"/>
    </a:ext>
  </a:extLst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Calibri</vt:lpstr>
      <vt:lpstr>Calibri Light</vt:lpstr>
      <vt:lpstr>Helvetica 55 Roman</vt:lpstr>
      <vt:lpstr>Helvetica 75</vt:lpstr>
      <vt:lpstr>Helvetica 75 Bold</vt:lpstr>
      <vt:lpstr>Wingdings</vt:lpstr>
      <vt:lpstr>1_ORA Template</vt:lpstr>
      <vt:lpstr>1_Thème Office</vt:lpstr>
      <vt:lpstr>1_Black Master 2023</vt:lpstr>
      <vt:lpstr>CSU Prime Dashboard – July &amp; August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CARRA Katia OBS/GDO</dc:creator>
  <cp:lastModifiedBy>BICHARA Mariam OBS/OCD</cp:lastModifiedBy>
  <cp:revision>3</cp:revision>
  <dcterms:created xsi:type="dcterms:W3CDTF">2026-06-26T15:09:18Z</dcterms:created>
  <dcterms:modified xsi:type="dcterms:W3CDTF">2026-10-03T12:48:55Z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1_ORA Template:5\Office Theme:8\1_Thème Office:8</vt:lpwstr>
  </property>
  <property fmtid="{D5CDD505-2E9C-101B-9397-08002B2CF9AE}" pid="3" name="ClassificationContentMarkingFooterText">
    <vt:lpwstr>Orange Restricted</vt:lpwstr>
  </property>
</Properties>
</file>